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72" r:id="rId13"/>
    <p:sldId id="274" r:id="rId14"/>
    <p:sldId id="266" r:id="rId15"/>
    <p:sldId id="273" r:id="rId16"/>
    <p:sldId id="268" r:id="rId17"/>
    <p:sldId id="270" r:id="rId18"/>
    <p:sldId id="271" r:id="rId19"/>
    <p:sldId id="275" r:id="rId20"/>
    <p:sldId id="276" r:id="rId21"/>
    <p:sldId id="277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F7945D3-E7E2-4CDC-8FD6-54004BDA2FFD}" v="653" dt="2021-04-19T22:54:29.9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 Flandez" userId="S::michael.flandez@polymtl.ca::1fb28539-a058-4858-bff1-f56ae7ba340c" providerId="AD" clId="Web-{05191ADF-D3FA-4333-9823-BE5BF0511778}"/>
    <pc:docChg chg="modSld">
      <pc:chgData name="Michael Flandez" userId="S::michael.flandez@polymtl.ca::1fb28539-a058-4858-bff1-f56ae7ba340c" providerId="AD" clId="Web-{05191ADF-D3FA-4333-9823-BE5BF0511778}" dt="2021-04-19T17:35:55.048" v="208" actId="20577"/>
      <pc:docMkLst>
        <pc:docMk/>
      </pc:docMkLst>
      <pc:sldChg chg="modSp">
        <pc:chgData name="Michael Flandez" userId="S::michael.flandez@polymtl.ca::1fb28539-a058-4858-bff1-f56ae7ba340c" providerId="AD" clId="Web-{05191ADF-D3FA-4333-9823-BE5BF0511778}" dt="2021-04-19T17:35:55.048" v="208" actId="20577"/>
        <pc:sldMkLst>
          <pc:docMk/>
          <pc:sldMk cId="1285000127" sldId="269"/>
        </pc:sldMkLst>
        <pc:spChg chg="mod">
          <ac:chgData name="Michael Flandez" userId="S::michael.flandez@polymtl.ca::1fb28539-a058-4858-bff1-f56ae7ba340c" providerId="AD" clId="Web-{05191ADF-D3FA-4333-9823-BE5BF0511778}" dt="2021-04-19T17:35:55.048" v="208" actId="20577"/>
          <ac:spMkLst>
            <pc:docMk/>
            <pc:sldMk cId="1285000127" sldId="269"/>
            <ac:spMk id="4" creationId="{813B5627-FB8D-44BF-972C-A8EA84CF84E4}"/>
          </ac:spMkLst>
        </pc:spChg>
      </pc:sldChg>
    </pc:docChg>
  </pc:docChgLst>
  <pc:docChgLst>
    <pc:chgData name="Michael Flandez" userId="S::michael.flandez@polymtl.ca::1fb28539-a058-4858-bff1-f56ae7ba340c" providerId="AD" clId="Web-{CC4366AC-E238-4746-B9A2-B81ABAADEE01}"/>
    <pc:docChg chg="addSld delSld modSld">
      <pc:chgData name="Michael Flandez" userId="S::michael.flandez@polymtl.ca::1fb28539-a058-4858-bff1-f56ae7ba340c" providerId="AD" clId="Web-{CC4366AC-E238-4746-B9A2-B81ABAADEE01}" dt="2021-04-20T14:21:08.861" v="161" actId="20577"/>
      <pc:docMkLst>
        <pc:docMk/>
      </pc:docMkLst>
      <pc:sldChg chg="modSp">
        <pc:chgData name="Michael Flandez" userId="S::michael.flandez@polymtl.ca::1fb28539-a058-4858-bff1-f56ae7ba340c" providerId="AD" clId="Web-{CC4366AC-E238-4746-B9A2-B81ABAADEE01}" dt="2021-04-20T14:12:52.881" v="5" actId="20577"/>
        <pc:sldMkLst>
          <pc:docMk/>
          <pc:sldMk cId="3091881503" sldId="266"/>
        </pc:sldMkLst>
        <pc:spChg chg="mod">
          <ac:chgData name="Michael Flandez" userId="S::michael.flandez@polymtl.ca::1fb28539-a058-4858-bff1-f56ae7ba340c" providerId="AD" clId="Web-{CC4366AC-E238-4746-B9A2-B81ABAADEE01}" dt="2021-04-20T14:12:52.881" v="5" actId="20577"/>
          <ac:spMkLst>
            <pc:docMk/>
            <pc:sldMk cId="3091881503" sldId="266"/>
            <ac:spMk id="3" creationId="{814F7BED-12AD-49C7-A4D1-FD9397A32D50}"/>
          </ac:spMkLst>
        </pc:spChg>
      </pc:sldChg>
      <pc:sldChg chg="del">
        <pc:chgData name="Michael Flandez" userId="S::michael.flandez@polymtl.ca::1fb28539-a058-4858-bff1-f56ae7ba340c" providerId="AD" clId="Web-{CC4366AC-E238-4746-B9A2-B81ABAADEE01}" dt="2021-04-20T14:13:15.085" v="6"/>
        <pc:sldMkLst>
          <pc:docMk/>
          <pc:sldMk cId="1285000127" sldId="269"/>
        </pc:sldMkLst>
      </pc:sldChg>
      <pc:sldChg chg="addSp delSp modSp">
        <pc:chgData name="Michael Flandez" userId="S::michael.flandez@polymtl.ca::1fb28539-a058-4858-bff1-f56ae7ba340c" providerId="AD" clId="Web-{CC4366AC-E238-4746-B9A2-B81ABAADEE01}" dt="2021-04-20T14:15:33.588" v="12" actId="1076"/>
        <pc:sldMkLst>
          <pc:docMk/>
          <pc:sldMk cId="4066312373" sldId="270"/>
        </pc:sldMkLst>
        <pc:picChg chg="del">
          <ac:chgData name="Michael Flandez" userId="S::michael.flandez@polymtl.ca::1fb28539-a058-4858-bff1-f56ae7ba340c" providerId="AD" clId="Web-{CC4366AC-E238-4746-B9A2-B81ABAADEE01}" dt="2021-04-20T14:13:19.366" v="7"/>
          <ac:picMkLst>
            <pc:docMk/>
            <pc:sldMk cId="4066312373" sldId="270"/>
            <ac:picMk id="5" creationId="{33118108-881F-49BE-A71C-D49D85F3CE97}"/>
          </ac:picMkLst>
        </pc:picChg>
        <pc:picChg chg="add mod">
          <ac:chgData name="Michael Flandez" userId="S::michael.flandez@polymtl.ca::1fb28539-a058-4858-bff1-f56ae7ba340c" providerId="AD" clId="Web-{CC4366AC-E238-4746-B9A2-B81ABAADEE01}" dt="2021-04-20T14:15:33.588" v="12" actId="1076"/>
          <ac:picMkLst>
            <pc:docMk/>
            <pc:sldMk cId="4066312373" sldId="270"/>
            <ac:picMk id="7" creationId="{7C3AC8F8-B8A7-4347-AD3C-44D2C390BD25}"/>
          </ac:picMkLst>
        </pc:picChg>
      </pc:sldChg>
      <pc:sldChg chg="addSp delSp modSp">
        <pc:chgData name="Michael Flandez" userId="S::michael.flandez@polymtl.ca::1fb28539-a058-4858-bff1-f56ae7ba340c" providerId="AD" clId="Web-{CC4366AC-E238-4746-B9A2-B81ABAADEE01}" dt="2021-04-20T14:16:27.698" v="18" actId="14100"/>
        <pc:sldMkLst>
          <pc:docMk/>
          <pc:sldMk cId="2142995020" sldId="271"/>
        </pc:sldMkLst>
        <pc:picChg chg="del">
          <ac:chgData name="Michael Flandez" userId="S::michael.flandez@polymtl.ca::1fb28539-a058-4858-bff1-f56ae7ba340c" providerId="AD" clId="Web-{CC4366AC-E238-4746-B9A2-B81ABAADEE01}" dt="2021-04-20T14:15:41.900" v="13"/>
          <ac:picMkLst>
            <pc:docMk/>
            <pc:sldMk cId="2142995020" sldId="271"/>
            <ac:picMk id="4" creationId="{3479C0C7-C12D-45C7-8AF7-BF65AE7C45B1}"/>
          </ac:picMkLst>
        </pc:picChg>
        <pc:picChg chg="add mod">
          <ac:chgData name="Michael Flandez" userId="S::michael.flandez@polymtl.ca::1fb28539-a058-4858-bff1-f56ae7ba340c" providerId="AD" clId="Web-{CC4366AC-E238-4746-B9A2-B81ABAADEE01}" dt="2021-04-20T14:16:27.698" v="18" actId="14100"/>
          <ac:picMkLst>
            <pc:docMk/>
            <pc:sldMk cId="2142995020" sldId="271"/>
            <ac:picMk id="5" creationId="{5278FBF0-0FFF-4157-96F2-EC6349352920}"/>
          </ac:picMkLst>
        </pc:picChg>
      </pc:sldChg>
      <pc:sldChg chg="addSp delSp modSp">
        <pc:chgData name="Michael Flandez" userId="S::michael.flandez@polymtl.ca::1fb28539-a058-4858-bff1-f56ae7ba340c" providerId="AD" clId="Web-{CC4366AC-E238-4746-B9A2-B81ABAADEE01}" dt="2021-04-20T14:19:27.171" v="103" actId="20577"/>
        <pc:sldMkLst>
          <pc:docMk/>
          <pc:sldMk cId="4184654094" sldId="275"/>
        </pc:sldMkLst>
        <pc:spChg chg="mod">
          <ac:chgData name="Michael Flandez" userId="S::michael.flandez@polymtl.ca::1fb28539-a058-4858-bff1-f56ae7ba340c" providerId="AD" clId="Web-{CC4366AC-E238-4746-B9A2-B81ABAADEE01}" dt="2021-04-20T14:19:27.171" v="103" actId="20577"/>
          <ac:spMkLst>
            <pc:docMk/>
            <pc:sldMk cId="4184654094" sldId="275"/>
            <ac:spMk id="3" creationId="{814F7BED-12AD-49C7-A4D1-FD9397A32D50}"/>
          </ac:spMkLst>
        </pc:spChg>
        <pc:picChg chg="add del mod">
          <ac:chgData name="Michael Flandez" userId="S::michael.flandez@polymtl.ca::1fb28539-a058-4858-bff1-f56ae7ba340c" providerId="AD" clId="Web-{CC4366AC-E238-4746-B9A2-B81ABAADEE01}" dt="2021-04-20T14:16:49.589" v="20"/>
          <ac:picMkLst>
            <pc:docMk/>
            <pc:sldMk cId="4184654094" sldId="275"/>
            <ac:picMk id="4" creationId="{1B2EAAF2-2B1C-454E-8130-55935A39AF3B}"/>
          </ac:picMkLst>
        </pc:picChg>
        <pc:cxnChg chg="del">
          <ac:chgData name="Michael Flandez" userId="S::michael.flandez@polymtl.ca::1fb28539-a058-4858-bff1-f56ae7ba340c" providerId="AD" clId="Web-{CC4366AC-E238-4746-B9A2-B81ABAADEE01}" dt="2021-04-20T14:16:52.621" v="21"/>
          <ac:cxnSpMkLst>
            <pc:docMk/>
            <pc:sldMk cId="4184654094" sldId="275"/>
            <ac:cxnSpMk id="5" creationId="{C4B85920-42AF-4DC4-92A8-47ECF282F8E9}"/>
          </ac:cxnSpMkLst>
        </pc:cxnChg>
      </pc:sldChg>
      <pc:sldChg chg="modSp add replId">
        <pc:chgData name="Michael Flandez" userId="S::michael.flandez@polymtl.ca::1fb28539-a058-4858-bff1-f56ae7ba340c" providerId="AD" clId="Web-{CC4366AC-E238-4746-B9A2-B81ABAADEE01}" dt="2021-04-20T14:21:08.861" v="161" actId="20577"/>
        <pc:sldMkLst>
          <pc:docMk/>
          <pc:sldMk cId="29286935" sldId="277"/>
        </pc:sldMkLst>
        <pc:spChg chg="mod">
          <ac:chgData name="Michael Flandez" userId="S::michael.flandez@polymtl.ca::1fb28539-a058-4858-bff1-f56ae7ba340c" providerId="AD" clId="Web-{CC4366AC-E238-4746-B9A2-B81ABAADEE01}" dt="2021-04-20T14:20:27.969" v="141" actId="20577"/>
          <ac:spMkLst>
            <pc:docMk/>
            <pc:sldMk cId="29286935" sldId="277"/>
            <ac:spMk id="2" creationId="{2C1D577E-7718-4E3F-AEFE-6361519E3553}"/>
          </ac:spMkLst>
        </pc:spChg>
        <pc:spChg chg="mod">
          <ac:chgData name="Michael Flandez" userId="S::michael.flandez@polymtl.ca::1fb28539-a058-4858-bff1-f56ae7ba340c" providerId="AD" clId="Web-{CC4366AC-E238-4746-B9A2-B81ABAADEE01}" dt="2021-04-20T14:21:08.861" v="161" actId="20577"/>
          <ac:spMkLst>
            <pc:docMk/>
            <pc:sldMk cId="29286935" sldId="277"/>
            <ac:spMk id="3" creationId="{814F7BED-12AD-49C7-A4D1-FD9397A32D50}"/>
          </ac:spMkLst>
        </pc:spChg>
      </pc:sldChg>
    </pc:docChg>
  </pc:docChgLst>
  <pc:docChgLst>
    <pc:chgData name="Michael Flandez" userId="S::michael.flandez@polymtl.ca::1fb28539-a058-4858-bff1-f56ae7ba340c" providerId="AD" clId="Web-{AED0B161-27A0-47B0-85C3-6D636B2584AD}"/>
    <pc:docChg chg="modSld">
      <pc:chgData name="Michael Flandez" userId="S::michael.flandez@polymtl.ca::1fb28539-a058-4858-bff1-f56ae7ba340c" providerId="AD" clId="Web-{AED0B161-27A0-47B0-85C3-6D636B2584AD}" dt="2021-04-19T22:44:41.338" v="961" actId="20577"/>
      <pc:docMkLst>
        <pc:docMk/>
      </pc:docMkLst>
      <pc:sldChg chg="addSp delSp modSp mod setBg">
        <pc:chgData name="Michael Flandez" userId="S::michael.flandez@polymtl.ca::1fb28539-a058-4858-bff1-f56ae7ba340c" providerId="AD" clId="Web-{AED0B161-27A0-47B0-85C3-6D636B2584AD}" dt="2021-04-19T22:30:59.916" v="79" actId="1076"/>
        <pc:sldMkLst>
          <pc:docMk/>
          <pc:sldMk cId="2142995020" sldId="271"/>
        </pc:sldMkLst>
        <pc:spChg chg="mod">
          <ac:chgData name="Michael Flandez" userId="S::michael.flandez@polymtl.ca::1fb28539-a058-4858-bff1-f56ae7ba340c" providerId="AD" clId="Web-{AED0B161-27A0-47B0-85C3-6D636B2584AD}" dt="2021-04-19T22:30:52.619" v="77"/>
          <ac:spMkLst>
            <pc:docMk/>
            <pc:sldMk cId="2142995020" sldId="271"/>
            <ac:spMk id="2" creationId="{2C1D577E-7718-4E3F-AEFE-6361519E3553}"/>
          </ac:spMkLst>
        </pc:spChg>
        <pc:spChg chg="mod">
          <ac:chgData name="Michael Flandez" userId="S::michael.flandez@polymtl.ca::1fb28539-a058-4858-bff1-f56ae7ba340c" providerId="AD" clId="Web-{AED0B161-27A0-47B0-85C3-6D636B2584AD}" dt="2021-04-19T22:30:52.619" v="77"/>
          <ac:spMkLst>
            <pc:docMk/>
            <pc:sldMk cId="2142995020" sldId="271"/>
            <ac:spMk id="3" creationId="{814F7BED-12AD-49C7-A4D1-FD9397A32D50}"/>
          </ac:spMkLst>
        </pc:spChg>
        <pc:spChg chg="add del">
          <ac:chgData name="Michael Flandez" userId="S::michael.flandez@polymtl.ca::1fb28539-a058-4858-bff1-f56ae7ba340c" providerId="AD" clId="Web-{AED0B161-27A0-47B0-85C3-6D636B2584AD}" dt="2021-04-19T22:30:52.619" v="77"/>
          <ac:spMkLst>
            <pc:docMk/>
            <pc:sldMk cId="2142995020" sldId="271"/>
            <ac:spMk id="9" creationId="{0AB6E427-3F73-4C06-A5D5-AE52C3883B50}"/>
          </ac:spMkLst>
        </pc:spChg>
        <pc:spChg chg="add del">
          <ac:chgData name="Michael Flandez" userId="S::michael.flandez@polymtl.ca::1fb28539-a058-4858-bff1-f56ae7ba340c" providerId="AD" clId="Web-{AED0B161-27A0-47B0-85C3-6D636B2584AD}" dt="2021-04-19T22:30:52.619" v="77"/>
          <ac:spMkLst>
            <pc:docMk/>
            <pc:sldMk cId="2142995020" sldId="271"/>
            <ac:spMk id="11" creationId="{D8C9BDAA-0390-4B39-9B5C-BC95E5120DA4}"/>
          </ac:spMkLst>
        </pc:spChg>
        <pc:spChg chg="add del">
          <ac:chgData name="Michael Flandez" userId="S::michael.flandez@polymtl.ca::1fb28539-a058-4858-bff1-f56ae7ba340c" providerId="AD" clId="Web-{AED0B161-27A0-47B0-85C3-6D636B2584AD}" dt="2021-04-19T22:30:52.619" v="77"/>
          <ac:spMkLst>
            <pc:docMk/>
            <pc:sldMk cId="2142995020" sldId="271"/>
            <ac:spMk id="13" creationId="{F9DB1FE5-9D46-433B-99D1-2F1B8DC79855}"/>
          </ac:spMkLst>
        </pc:spChg>
        <pc:spChg chg="add del">
          <ac:chgData name="Michael Flandez" userId="S::michael.flandez@polymtl.ca::1fb28539-a058-4858-bff1-f56ae7ba340c" providerId="AD" clId="Web-{AED0B161-27A0-47B0-85C3-6D636B2584AD}" dt="2021-04-19T22:30:48.588" v="74"/>
          <ac:spMkLst>
            <pc:docMk/>
            <pc:sldMk cId="2142995020" sldId="271"/>
            <ac:spMk id="18" creationId="{39B4056F-1959-4627-A683-77F6C0603FCD}"/>
          </ac:spMkLst>
        </pc:spChg>
        <pc:spChg chg="add del">
          <ac:chgData name="Michael Flandez" userId="S::michael.flandez@polymtl.ca::1fb28539-a058-4858-bff1-f56ae7ba340c" providerId="AD" clId="Web-{AED0B161-27A0-47B0-85C3-6D636B2584AD}" dt="2021-04-19T22:30:48.588" v="74"/>
          <ac:spMkLst>
            <pc:docMk/>
            <pc:sldMk cId="2142995020" sldId="271"/>
            <ac:spMk id="20" creationId="{D8D7349B-C9FA-4FCE-A1FF-948F460A3A9A}"/>
          </ac:spMkLst>
        </pc:spChg>
        <pc:spChg chg="add del">
          <ac:chgData name="Michael Flandez" userId="S::michael.flandez@polymtl.ca::1fb28539-a058-4858-bff1-f56ae7ba340c" providerId="AD" clId="Web-{AED0B161-27A0-47B0-85C3-6D636B2584AD}" dt="2021-04-19T22:30:48.588" v="74"/>
          <ac:spMkLst>
            <pc:docMk/>
            <pc:sldMk cId="2142995020" sldId="271"/>
            <ac:spMk id="22" creationId="{4AF746F9-E85F-4BED-9D7E-562262E8B3D2}"/>
          </ac:spMkLst>
        </pc:spChg>
        <pc:picChg chg="add mod ord">
          <ac:chgData name="Michael Flandez" userId="S::michael.flandez@polymtl.ca::1fb28539-a058-4858-bff1-f56ae7ba340c" providerId="AD" clId="Web-{AED0B161-27A0-47B0-85C3-6D636B2584AD}" dt="2021-04-19T22:30:59.916" v="79" actId="1076"/>
          <ac:picMkLst>
            <pc:docMk/>
            <pc:sldMk cId="2142995020" sldId="271"/>
            <ac:picMk id="4" creationId="{3479C0C7-C12D-45C7-8AF7-BF65AE7C45B1}"/>
          </ac:picMkLst>
        </pc:picChg>
        <pc:cxnChg chg="add del">
          <ac:chgData name="Michael Flandez" userId="S::michael.flandez@polymtl.ca::1fb28539-a058-4858-bff1-f56ae7ba340c" providerId="AD" clId="Web-{AED0B161-27A0-47B0-85C3-6D636B2584AD}" dt="2021-04-19T22:30:48.588" v="74"/>
          <ac:cxnSpMkLst>
            <pc:docMk/>
            <pc:sldMk cId="2142995020" sldId="271"/>
            <ac:cxnSpMk id="24" creationId="{55646586-8E5D-4A2B-BDA9-01CE28AC89A1}"/>
          </ac:cxnSpMkLst>
        </pc:cxnChg>
      </pc:sldChg>
      <pc:sldChg chg="modSp">
        <pc:chgData name="Michael Flandez" userId="S::michael.flandez@polymtl.ca::1fb28539-a058-4858-bff1-f56ae7ba340c" providerId="AD" clId="Web-{AED0B161-27A0-47B0-85C3-6D636B2584AD}" dt="2021-04-19T22:38:58.932" v="564" actId="20577"/>
        <pc:sldMkLst>
          <pc:docMk/>
          <pc:sldMk cId="4184654094" sldId="275"/>
        </pc:sldMkLst>
        <pc:spChg chg="mod">
          <ac:chgData name="Michael Flandez" userId="S::michael.flandez@polymtl.ca::1fb28539-a058-4858-bff1-f56ae7ba340c" providerId="AD" clId="Web-{AED0B161-27A0-47B0-85C3-6D636B2584AD}" dt="2021-04-19T22:38:58.932" v="564" actId="20577"/>
          <ac:spMkLst>
            <pc:docMk/>
            <pc:sldMk cId="4184654094" sldId="275"/>
            <ac:spMk id="3" creationId="{814F7BED-12AD-49C7-A4D1-FD9397A32D50}"/>
          </ac:spMkLst>
        </pc:spChg>
      </pc:sldChg>
      <pc:sldChg chg="modSp">
        <pc:chgData name="Michael Flandez" userId="S::michael.flandez@polymtl.ca::1fb28539-a058-4858-bff1-f56ae7ba340c" providerId="AD" clId="Web-{AED0B161-27A0-47B0-85C3-6D636B2584AD}" dt="2021-04-19T22:44:41.338" v="961" actId="20577"/>
        <pc:sldMkLst>
          <pc:docMk/>
          <pc:sldMk cId="2110953814" sldId="276"/>
        </pc:sldMkLst>
        <pc:spChg chg="mod">
          <ac:chgData name="Michael Flandez" userId="S::michael.flandez@polymtl.ca::1fb28539-a058-4858-bff1-f56ae7ba340c" providerId="AD" clId="Web-{AED0B161-27A0-47B0-85C3-6D636B2584AD}" dt="2021-04-19T22:44:41.338" v="961" actId="20577"/>
          <ac:spMkLst>
            <pc:docMk/>
            <pc:sldMk cId="2110953814" sldId="276"/>
            <ac:spMk id="3" creationId="{814F7BED-12AD-49C7-A4D1-FD9397A32D50}"/>
          </ac:spMkLst>
        </pc:spChg>
      </pc:sldChg>
    </pc:docChg>
  </pc:docChgLst>
  <pc:docChgLst>
    <pc:chgData name="Michael Flandez" userId="S::michael.flandez@polymtl.ca::1fb28539-a058-4858-bff1-f56ae7ba340c" providerId="AD" clId="Web-{E1E86AFA-4261-4B91-9038-2B8EFD61EB91}"/>
    <pc:docChg chg="modSld">
      <pc:chgData name="Michael Flandez" userId="S::michael.flandez@polymtl.ca::1fb28539-a058-4858-bff1-f56ae7ba340c" providerId="AD" clId="Web-{E1E86AFA-4261-4B91-9038-2B8EFD61EB91}" dt="2021-04-19T20:23:19.289" v="95" actId="20577"/>
      <pc:docMkLst>
        <pc:docMk/>
      </pc:docMkLst>
      <pc:sldChg chg="modSp">
        <pc:chgData name="Michael Flandez" userId="S::michael.flandez@polymtl.ca::1fb28539-a058-4858-bff1-f56ae7ba340c" providerId="AD" clId="Web-{E1E86AFA-4261-4B91-9038-2B8EFD61EB91}" dt="2021-04-19T20:20:58.994" v="10" actId="20577"/>
        <pc:sldMkLst>
          <pc:docMk/>
          <pc:sldMk cId="1285000127" sldId="269"/>
        </pc:sldMkLst>
        <pc:spChg chg="mod">
          <ac:chgData name="Michael Flandez" userId="S::michael.flandez@polymtl.ca::1fb28539-a058-4858-bff1-f56ae7ba340c" providerId="AD" clId="Web-{E1E86AFA-4261-4B91-9038-2B8EFD61EB91}" dt="2021-04-19T20:20:58.994" v="10" actId="20577"/>
          <ac:spMkLst>
            <pc:docMk/>
            <pc:sldMk cId="1285000127" sldId="269"/>
            <ac:spMk id="4" creationId="{813B5627-FB8D-44BF-972C-A8EA84CF84E4}"/>
          </ac:spMkLst>
        </pc:spChg>
      </pc:sldChg>
      <pc:sldChg chg="addSp modSp">
        <pc:chgData name="Michael Flandez" userId="S::michael.flandez@polymtl.ca::1fb28539-a058-4858-bff1-f56ae7ba340c" providerId="AD" clId="Web-{E1E86AFA-4261-4B91-9038-2B8EFD61EB91}" dt="2021-04-19T20:21:48.665" v="28" actId="14100"/>
        <pc:sldMkLst>
          <pc:docMk/>
          <pc:sldMk cId="4066312373" sldId="270"/>
        </pc:sldMkLst>
        <pc:spChg chg="mod">
          <ac:chgData name="Michael Flandez" userId="S::michael.flandez@polymtl.ca::1fb28539-a058-4858-bff1-f56ae7ba340c" providerId="AD" clId="Web-{E1E86AFA-4261-4B91-9038-2B8EFD61EB91}" dt="2021-04-19T20:21:40.884" v="26" actId="20577"/>
          <ac:spMkLst>
            <pc:docMk/>
            <pc:sldMk cId="4066312373" sldId="270"/>
            <ac:spMk id="2" creationId="{2C1D577E-7718-4E3F-AEFE-6361519E3553}"/>
          </ac:spMkLst>
        </pc:spChg>
        <pc:spChg chg="mod">
          <ac:chgData name="Michael Flandez" userId="S::michael.flandez@polymtl.ca::1fb28539-a058-4858-bff1-f56ae7ba340c" providerId="AD" clId="Web-{E1E86AFA-4261-4B91-9038-2B8EFD61EB91}" dt="2021-04-19T20:21:30.884" v="14" actId="20577"/>
          <ac:spMkLst>
            <pc:docMk/>
            <pc:sldMk cId="4066312373" sldId="270"/>
            <ac:spMk id="4" creationId="{DCC46028-E3A3-436E-81F3-061F7BA23654}"/>
          </ac:spMkLst>
        </pc:spChg>
        <pc:picChg chg="add mod">
          <ac:chgData name="Michael Flandez" userId="S::michael.flandez@polymtl.ca::1fb28539-a058-4858-bff1-f56ae7ba340c" providerId="AD" clId="Web-{E1E86AFA-4261-4B91-9038-2B8EFD61EB91}" dt="2021-04-19T20:21:48.665" v="28" actId="14100"/>
          <ac:picMkLst>
            <pc:docMk/>
            <pc:sldMk cId="4066312373" sldId="270"/>
            <ac:picMk id="5" creationId="{33118108-881F-49BE-A71C-D49D85F3CE97}"/>
          </ac:picMkLst>
        </pc:picChg>
      </pc:sldChg>
      <pc:sldChg chg="modSp">
        <pc:chgData name="Michael Flandez" userId="S::michael.flandez@polymtl.ca::1fb28539-a058-4858-bff1-f56ae7ba340c" providerId="AD" clId="Web-{E1E86AFA-4261-4B91-9038-2B8EFD61EB91}" dt="2021-04-19T20:23:19.289" v="95" actId="20577"/>
        <pc:sldMkLst>
          <pc:docMk/>
          <pc:sldMk cId="2142995020" sldId="271"/>
        </pc:sldMkLst>
        <pc:spChg chg="mod">
          <ac:chgData name="Michael Flandez" userId="S::michael.flandez@polymtl.ca::1fb28539-a058-4858-bff1-f56ae7ba340c" providerId="AD" clId="Web-{E1E86AFA-4261-4B91-9038-2B8EFD61EB91}" dt="2021-04-19T20:23:19.289" v="95" actId="20577"/>
          <ac:spMkLst>
            <pc:docMk/>
            <pc:sldMk cId="2142995020" sldId="271"/>
            <ac:spMk id="3" creationId="{814F7BED-12AD-49C7-A4D1-FD9397A32D50}"/>
          </ac:spMkLst>
        </pc:spChg>
      </pc:sldChg>
    </pc:docChg>
  </pc:docChgLst>
  <pc:docChgLst>
    <pc:chgData name="Michael Flandez" userId="S::michael.flandez@polymtl.ca::1fb28539-a058-4858-bff1-f56ae7ba340c" providerId="AD" clId="Web-{C30D87EF-C20F-480C-AEDF-2F34A4609089}"/>
    <pc:docChg chg="modSld">
      <pc:chgData name="Michael Flandez" userId="S::michael.flandez@polymtl.ca::1fb28539-a058-4858-bff1-f56ae7ba340c" providerId="AD" clId="Web-{C30D87EF-C20F-480C-AEDF-2F34A4609089}" dt="2021-04-19T23:00:00.820" v="210" actId="20577"/>
      <pc:docMkLst>
        <pc:docMk/>
      </pc:docMkLst>
      <pc:sldChg chg="modSp">
        <pc:chgData name="Michael Flandez" userId="S::michael.flandez@polymtl.ca::1fb28539-a058-4858-bff1-f56ae7ba340c" providerId="AD" clId="Web-{C30D87EF-C20F-480C-AEDF-2F34A4609089}" dt="2021-04-19T22:58:43.133" v="109" actId="20577"/>
        <pc:sldMkLst>
          <pc:docMk/>
          <pc:sldMk cId="3091881503" sldId="266"/>
        </pc:sldMkLst>
        <pc:spChg chg="mod">
          <ac:chgData name="Michael Flandez" userId="S::michael.flandez@polymtl.ca::1fb28539-a058-4858-bff1-f56ae7ba340c" providerId="AD" clId="Web-{C30D87EF-C20F-480C-AEDF-2F34A4609089}" dt="2021-04-19T22:58:43.133" v="109" actId="20577"/>
          <ac:spMkLst>
            <pc:docMk/>
            <pc:sldMk cId="3091881503" sldId="266"/>
            <ac:spMk id="3" creationId="{814F7BED-12AD-49C7-A4D1-FD9397A32D50}"/>
          </ac:spMkLst>
        </pc:spChg>
      </pc:sldChg>
      <pc:sldChg chg="modSp">
        <pc:chgData name="Michael Flandez" userId="S::michael.flandez@polymtl.ca::1fb28539-a058-4858-bff1-f56ae7ba340c" providerId="AD" clId="Web-{C30D87EF-C20F-480C-AEDF-2F34A4609089}" dt="2021-04-19T23:00:00.820" v="210" actId="20577"/>
        <pc:sldMkLst>
          <pc:docMk/>
          <pc:sldMk cId="1285000127" sldId="269"/>
        </pc:sldMkLst>
        <pc:spChg chg="mod">
          <ac:chgData name="Michael Flandez" userId="S::michael.flandez@polymtl.ca::1fb28539-a058-4858-bff1-f56ae7ba340c" providerId="AD" clId="Web-{C30D87EF-C20F-480C-AEDF-2F34A4609089}" dt="2021-04-19T23:00:00.820" v="210" actId="20577"/>
          <ac:spMkLst>
            <pc:docMk/>
            <pc:sldMk cId="1285000127" sldId="269"/>
            <ac:spMk id="4" creationId="{813B5627-FB8D-44BF-972C-A8EA84CF84E4}"/>
          </ac:spMkLst>
        </pc:spChg>
      </pc:sldChg>
      <pc:sldChg chg="modSp">
        <pc:chgData name="Michael Flandez" userId="S::michael.flandez@polymtl.ca::1fb28539-a058-4858-bff1-f56ae7ba340c" providerId="AD" clId="Web-{C30D87EF-C20F-480C-AEDF-2F34A4609089}" dt="2021-04-19T22:58:51.711" v="110" actId="14100"/>
        <pc:sldMkLst>
          <pc:docMk/>
          <pc:sldMk cId="340343173" sldId="273"/>
        </pc:sldMkLst>
        <pc:spChg chg="mod">
          <ac:chgData name="Michael Flandez" userId="S::michael.flandez@polymtl.ca::1fb28539-a058-4858-bff1-f56ae7ba340c" providerId="AD" clId="Web-{C30D87EF-C20F-480C-AEDF-2F34A4609089}" dt="2021-04-19T22:58:51.711" v="110" actId="14100"/>
          <ac:spMkLst>
            <pc:docMk/>
            <pc:sldMk cId="340343173" sldId="273"/>
            <ac:spMk id="3" creationId="{814F7BED-12AD-49C7-A4D1-FD9397A32D50}"/>
          </ac:spMkLst>
        </pc:spChg>
      </pc:sldChg>
    </pc:docChg>
  </pc:docChgLst>
  <pc:docChgLst>
    <pc:chgData name="Michael Flandez" userId="S::michael.flandez@polymtl.ca::1fb28539-a058-4858-bff1-f56ae7ba340c" providerId="AD" clId="Web-{F78FDA83-FE92-45EC-9AB3-69D6631CEC1C}"/>
    <pc:docChg chg="modSld sldOrd">
      <pc:chgData name="Michael Flandez" userId="S::michael.flandez@polymtl.ca::1fb28539-a058-4858-bff1-f56ae7ba340c" providerId="AD" clId="Web-{F78FDA83-FE92-45EC-9AB3-69D6631CEC1C}" dt="2021-04-19T22:52:56.993" v="273" actId="20577"/>
      <pc:docMkLst>
        <pc:docMk/>
      </pc:docMkLst>
      <pc:sldChg chg="addSp delSp modSp">
        <pc:chgData name="Michael Flandez" userId="S::michael.flandez@polymtl.ca::1fb28539-a058-4858-bff1-f56ae7ba340c" providerId="AD" clId="Web-{F78FDA83-FE92-45EC-9AB3-69D6631CEC1C}" dt="2021-04-19T22:50:09.586" v="190" actId="14100"/>
        <pc:sldMkLst>
          <pc:docMk/>
          <pc:sldMk cId="2142995020" sldId="271"/>
        </pc:sldMkLst>
        <pc:spChg chg="mod">
          <ac:chgData name="Michael Flandez" userId="S::michael.flandez@polymtl.ca::1fb28539-a058-4858-bff1-f56ae7ba340c" providerId="AD" clId="Web-{F78FDA83-FE92-45EC-9AB3-69D6631CEC1C}" dt="2021-04-19T22:46:38.537" v="17" actId="20577"/>
          <ac:spMkLst>
            <pc:docMk/>
            <pc:sldMk cId="2142995020" sldId="271"/>
            <ac:spMk id="3" creationId="{814F7BED-12AD-49C7-A4D1-FD9397A32D50}"/>
          </ac:spMkLst>
        </pc:spChg>
        <pc:spChg chg="add del">
          <ac:chgData name="Michael Flandez" userId="S::michael.flandez@polymtl.ca::1fb28539-a058-4858-bff1-f56ae7ba340c" providerId="AD" clId="Web-{F78FDA83-FE92-45EC-9AB3-69D6631CEC1C}" dt="2021-04-19T22:47:28.741" v="26"/>
          <ac:spMkLst>
            <pc:docMk/>
            <pc:sldMk cId="2142995020" sldId="271"/>
            <ac:spMk id="5" creationId="{E906F583-DB42-478C-AEC4-25328C48234C}"/>
          </ac:spMkLst>
        </pc:spChg>
        <pc:spChg chg="add mod">
          <ac:chgData name="Michael Flandez" userId="S::michael.flandez@polymtl.ca::1fb28539-a058-4858-bff1-f56ae7ba340c" providerId="AD" clId="Web-{F78FDA83-FE92-45EC-9AB3-69D6631CEC1C}" dt="2021-04-19T22:50:09.586" v="190" actId="14100"/>
          <ac:spMkLst>
            <pc:docMk/>
            <pc:sldMk cId="2142995020" sldId="271"/>
            <ac:spMk id="6" creationId="{C66CEE0D-7A15-4AB5-A417-6B31F880D123}"/>
          </ac:spMkLst>
        </pc:spChg>
        <pc:picChg chg="mod">
          <ac:chgData name="Michael Flandez" userId="S::michael.flandez@polymtl.ca::1fb28539-a058-4858-bff1-f56ae7ba340c" providerId="AD" clId="Web-{F78FDA83-FE92-45EC-9AB3-69D6631CEC1C}" dt="2021-04-19T22:47:31.882" v="29" actId="1076"/>
          <ac:picMkLst>
            <pc:docMk/>
            <pc:sldMk cId="2142995020" sldId="271"/>
            <ac:picMk id="4" creationId="{3479C0C7-C12D-45C7-8AF7-BF65AE7C45B1}"/>
          </ac:picMkLst>
        </pc:picChg>
      </pc:sldChg>
      <pc:sldChg chg="addSp delSp modSp ord">
        <pc:chgData name="Michael Flandez" userId="S::michael.flandez@polymtl.ca::1fb28539-a058-4858-bff1-f56ae7ba340c" providerId="AD" clId="Web-{F78FDA83-FE92-45EC-9AB3-69D6631CEC1C}" dt="2021-04-19T22:52:50.665" v="271"/>
        <pc:sldMkLst>
          <pc:docMk/>
          <pc:sldMk cId="4184654094" sldId="275"/>
        </pc:sldMkLst>
        <pc:spChg chg="mod">
          <ac:chgData name="Michael Flandez" userId="S::michael.flandez@polymtl.ca::1fb28539-a058-4858-bff1-f56ae7ba340c" providerId="AD" clId="Web-{F78FDA83-FE92-45EC-9AB3-69D6631CEC1C}" dt="2021-04-19T22:52:04.962" v="267" actId="20577"/>
          <ac:spMkLst>
            <pc:docMk/>
            <pc:sldMk cId="4184654094" sldId="275"/>
            <ac:spMk id="3" creationId="{814F7BED-12AD-49C7-A4D1-FD9397A32D50}"/>
          </ac:spMkLst>
        </pc:spChg>
        <pc:cxnChg chg="add del mod">
          <ac:chgData name="Michael Flandez" userId="S::michael.flandez@polymtl.ca::1fb28539-a058-4858-bff1-f56ae7ba340c" providerId="AD" clId="Web-{F78FDA83-FE92-45EC-9AB3-69D6631CEC1C}" dt="2021-04-19T22:51:56.337" v="260"/>
          <ac:cxnSpMkLst>
            <pc:docMk/>
            <pc:sldMk cId="4184654094" sldId="275"/>
            <ac:cxnSpMk id="4" creationId="{30C546A4-5C7B-4918-8337-EB8B1A69A5B0}"/>
          </ac:cxnSpMkLst>
        </pc:cxnChg>
        <pc:cxnChg chg="add mod">
          <ac:chgData name="Michael Flandez" userId="S::michael.flandez@polymtl.ca::1fb28539-a058-4858-bff1-f56ae7ba340c" providerId="AD" clId="Web-{F78FDA83-FE92-45EC-9AB3-69D6631CEC1C}" dt="2021-04-19T22:52:21.743" v="270" actId="14100"/>
          <ac:cxnSpMkLst>
            <pc:docMk/>
            <pc:sldMk cId="4184654094" sldId="275"/>
            <ac:cxnSpMk id="5" creationId="{C4B85920-42AF-4DC4-92A8-47ECF282F8E9}"/>
          </ac:cxnSpMkLst>
        </pc:cxnChg>
      </pc:sldChg>
      <pc:sldChg chg="modSp ord">
        <pc:chgData name="Michael Flandez" userId="S::michael.flandez@polymtl.ca::1fb28539-a058-4858-bff1-f56ae7ba340c" providerId="AD" clId="Web-{F78FDA83-FE92-45EC-9AB3-69D6631CEC1C}" dt="2021-04-19T22:52:56.993" v="273" actId="20577"/>
        <pc:sldMkLst>
          <pc:docMk/>
          <pc:sldMk cId="2110953814" sldId="276"/>
        </pc:sldMkLst>
        <pc:spChg chg="mod">
          <ac:chgData name="Michael Flandez" userId="S::michael.flandez@polymtl.ca::1fb28539-a058-4858-bff1-f56ae7ba340c" providerId="AD" clId="Web-{F78FDA83-FE92-45EC-9AB3-69D6631CEC1C}" dt="2021-04-19T22:52:56.993" v="273" actId="20577"/>
          <ac:spMkLst>
            <pc:docMk/>
            <pc:sldMk cId="2110953814" sldId="276"/>
            <ac:spMk id="2" creationId="{2C1D577E-7718-4E3F-AEFE-6361519E3553}"/>
          </ac:spMkLst>
        </pc:spChg>
      </pc:sldChg>
    </pc:docChg>
  </pc:docChgLst>
  <pc:docChgLst>
    <pc:chgData name="Michael Flandez" userId="S::michael.flandez@polymtl.ca::1fb28539-a058-4858-bff1-f56ae7ba340c" providerId="AD" clId="Web-{755811B4-F546-4189-A39E-44C76DA43411}"/>
    <pc:docChg chg="addSld modSld">
      <pc:chgData name="Michael Flandez" userId="S::michael.flandez@polymtl.ca::1fb28539-a058-4858-bff1-f56ae7ba340c" providerId="AD" clId="Web-{755811B4-F546-4189-A39E-44C76DA43411}" dt="2021-04-19T14:13:09.973" v="52" actId="20577"/>
      <pc:docMkLst>
        <pc:docMk/>
      </pc:docMkLst>
      <pc:sldChg chg="modSp add replId">
        <pc:chgData name="Michael Flandez" userId="S::michael.flandez@polymtl.ca::1fb28539-a058-4858-bff1-f56ae7ba340c" providerId="AD" clId="Web-{755811B4-F546-4189-A39E-44C76DA43411}" dt="2021-04-19T14:13:09.973" v="52" actId="20577"/>
        <pc:sldMkLst>
          <pc:docMk/>
          <pc:sldMk cId="3091881503" sldId="266"/>
        </pc:sldMkLst>
        <pc:spChg chg="mod">
          <ac:chgData name="Michael Flandez" userId="S::michael.flandez@polymtl.ca::1fb28539-a058-4858-bff1-f56ae7ba340c" providerId="AD" clId="Web-{755811B4-F546-4189-A39E-44C76DA43411}" dt="2021-04-19T14:11:34.143" v="16" actId="20577"/>
          <ac:spMkLst>
            <pc:docMk/>
            <pc:sldMk cId="3091881503" sldId="266"/>
            <ac:spMk id="2" creationId="{2C1D577E-7718-4E3F-AEFE-6361519E3553}"/>
          </ac:spMkLst>
        </pc:spChg>
        <pc:spChg chg="mod">
          <ac:chgData name="Michael Flandez" userId="S::michael.flandez@polymtl.ca::1fb28539-a058-4858-bff1-f56ae7ba340c" providerId="AD" clId="Web-{755811B4-F546-4189-A39E-44C76DA43411}" dt="2021-04-19T14:13:09.973" v="52" actId="20577"/>
          <ac:spMkLst>
            <pc:docMk/>
            <pc:sldMk cId="3091881503" sldId="266"/>
            <ac:spMk id="3" creationId="{814F7BED-12AD-49C7-A4D1-FD9397A32D50}"/>
          </ac:spMkLst>
        </pc:spChg>
      </pc:sldChg>
    </pc:docChg>
  </pc:docChgLst>
  <pc:docChgLst>
    <pc:chgData name="Michael Flandez" userId="S::michael.flandez@polymtl.ca::1fb28539-a058-4858-bff1-f56ae7ba340c" providerId="AD" clId="Web-{DA8B1210-D7F6-4F6E-A51B-18739502E494}"/>
    <pc:docChg chg="addSld modSld">
      <pc:chgData name="Michael Flandez" userId="S::michael.flandez@polymtl.ca::1fb28539-a058-4858-bff1-f56ae7ba340c" providerId="AD" clId="Web-{DA8B1210-D7F6-4F6E-A51B-18739502E494}" dt="2021-04-19T21:00:22.967" v="848" actId="20577"/>
      <pc:docMkLst>
        <pc:docMk/>
      </pc:docMkLst>
      <pc:sldChg chg="modSp">
        <pc:chgData name="Michael Flandez" userId="S::michael.flandez@polymtl.ca::1fb28539-a058-4858-bff1-f56ae7ba340c" providerId="AD" clId="Web-{DA8B1210-D7F6-4F6E-A51B-18739502E494}" dt="2021-04-19T20:47:15.478" v="575" actId="20577"/>
        <pc:sldMkLst>
          <pc:docMk/>
          <pc:sldMk cId="3091881503" sldId="266"/>
        </pc:sldMkLst>
        <pc:spChg chg="mod">
          <ac:chgData name="Michael Flandez" userId="S::michael.flandez@polymtl.ca::1fb28539-a058-4858-bff1-f56ae7ba340c" providerId="AD" clId="Web-{DA8B1210-D7F6-4F6E-A51B-18739502E494}" dt="2021-04-19T20:47:15.478" v="575" actId="20577"/>
          <ac:spMkLst>
            <pc:docMk/>
            <pc:sldMk cId="3091881503" sldId="266"/>
            <ac:spMk id="3" creationId="{814F7BED-12AD-49C7-A4D1-FD9397A32D50}"/>
          </ac:spMkLst>
        </pc:spChg>
      </pc:sldChg>
      <pc:sldChg chg="modSp">
        <pc:chgData name="Michael Flandez" userId="S::michael.flandez@polymtl.ca::1fb28539-a058-4858-bff1-f56ae7ba340c" providerId="AD" clId="Web-{DA8B1210-D7F6-4F6E-A51B-18739502E494}" dt="2021-04-19T20:48:16.211" v="622" actId="20577"/>
        <pc:sldMkLst>
          <pc:docMk/>
          <pc:sldMk cId="1285000127" sldId="269"/>
        </pc:sldMkLst>
        <pc:spChg chg="mod">
          <ac:chgData name="Michael Flandez" userId="S::michael.flandez@polymtl.ca::1fb28539-a058-4858-bff1-f56ae7ba340c" providerId="AD" clId="Web-{DA8B1210-D7F6-4F6E-A51B-18739502E494}" dt="2021-04-19T20:48:16.211" v="622" actId="20577"/>
          <ac:spMkLst>
            <pc:docMk/>
            <pc:sldMk cId="1285000127" sldId="269"/>
            <ac:spMk id="4" creationId="{813B5627-FB8D-44BF-972C-A8EA84CF84E4}"/>
          </ac:spMkLst>
        </pc:spChg>
      </pc:sldChg>
      <pc:sldChg chg="modSp">
        <pc:chgData name="Michael Flandez" userId="S::michael.flandez@polymtl.ca::1fb28539-a058-4858-bff1-f56ae7ba340c" providerId="AD" clId="Web-{DA8B1210-D7F6-4F6E-A51B-18739502E494}" dt="2021-04-19T20:52:16.646" v="740" actId="20577"/>
        <pc:sldMkLst>
          <pc:docMk/>
          <pc:sldMk cId="2142995020" sldId="271"/>
        </pc:sldMkLst>
        <pc:spChg chg="mod">
          <ac:chgData name="Michael Flandez" userId="S::michael.flandez@polymtl.ca::1fb28539-a058-4858-bff1-f56ae7ba340c" providerId="AD" clId="Web-{DA8B1210-D7F6-4F6E-A51B-18739502E494}" dt="2021-04-19T20:52:16.646" v="740" actId="20577"/>
          <ac:spMkLst>
            <pc:docMk/>
            <pc:sldMk cId="2142995020" sldId="271"/>
            <ac:spMk id="2" creationId="{2C1D577E-7718-4E3F-AEFE-6361519E3553}"/>
          </ac:spMkLst>
        </pc:spChg>
        <pc:spChg chg="mod">
          <ac:chgData name="Michael Flandez" userId="S::michael.flandez@polymtl.ca::1fb28539-a058-4858-bff1-f56ae7ba340c" providerId="AD" clId="Web-{DA8B1210-D7F6-4F6E-A51B-18739502E494}" dt="2021-04-19T20:50:24.038" v="673" actId="20577"/>
          <ac:spMkLst>
            <pc:docMk/>
            <pc:sldMk cId="2142995020" sldId="271"/>
            <ac:spMk id="3" creationId="{814F7BED-12AD-49C7-A4D1-FD9397A32D50}"/>
          </ac:spMkLst>
        </pc:spChg>
      </pc:sldChg>
      <pc:sldChg chg="add replId">
        <pc:chgData name="Michael Flandez" userId="S::michael.flandez@polymtl.ca::1fb28539-a058-4858-bff1-f56ae7ba340c" providerId="AD" clId="Web-{DA8B1210-D7F6-4F6E-A51B-18739502E494}" dt="2021-04-19T20:29:08.305" v="0"/>
        <pc:sldMkLst>
          <pc:docMk/>
          <pc:sldMk cId="340343173" sldId="273"/>
        </pc:sldMkLst>
      </pc:sldChg>
      <pc:sldChg chg="modSp add replId">
        <pc:chgData name="Michael Flandez" userId="S::michael.flandez@polymtl.ca::1fb28539-a058-4858-bff1-f56ae7ba340c" providerId="AD" clId="Web-{DA8B1210-D7F6-4F6E-A51B-18739502E494}" dt="2021-04-19T20:58:35" v="753" actId="20577"/>
        <pc:sldMkLst>
          <pc:docMk/>
          <pc:sldMk cId="4184654094" sldId="275"/>
        </pc:sldMkLst>
        <pc:spChg chg="mod">
          <ac:chgData name="Michael Flandez" userId="S::michael.flandez@polymtl.ca::1fb28539-a058-4858-bff1-f56ae7ba340c" providerId="AD" clId="Web-{DA8B1210-D7F6-4F6E-A51B-18739502E494}" dt="2021-04-19T20:51:16.881" v="730" actId="20577"/>
          <ac:spMkLst>
            <pc:docMk/>
            <pc:sldMk cId="4184654094" sldId="275"/>
            <ac:spMk id="2" creationId="{2C1D577E-7718-4E3F-AEFE-6361519E3553}"/>
          </ac:spMkLst>
        </pc:spChg>
        <pc:spChg chg="mod">
          <ac:chgData name="Michael Flandez" userId="S::michael.flandez@polymtl.ca::1fb28539-a058-4858-bff1-f56ae7ba340c" providerId="AD" clId="Web-{DA8B1210-D7F6-4F6E-A51B-18739502E494}" dt="2021-04-19T20:58:35" v="753" actId="20577"/>
          <ac:spMkLst>
            <pc:docMk/>
            <pc:sldMk cId="4184654094" sldId="275"/>
            <ac:spMk id="3" creationId="{814F7BED-12AD-49C7-A4D1-FD9397A32D50}"/>
          </ac:spMkLst>
        </pc:spChg>
      </pc:sldChg>
      <pc:sldChg chg="modSp add replId">
        <pc:chgData name="Michael Flandez" userId="S::michael.flandez@polymtl.ca::1fb28539-a058-4858-bff1-f56ae7ba340c" providerId="AD" clId="Web-{DA8B1210-D7F6-4F6E-A51B-18739502E494}" dt="2021-04-19T21:00:22.967" v="848" actId="20577"/>
        <pc:sldMkLst>
          <pc:docMk/>
          <pc:sldMk cId="2110953814" sldId="276"/>
        </pc:sldMkLst>
        <pc:spChg chg="mod">
          <ac:chgData name="Michael Flandez" userId="S::michael.flandez@polymtl.ca::1fb28539-a058-4858-bff1-f56ae7ba340c" providerId="AD" clId="Web-{DA8B1210-D7F6-4F6E-A51B-18739502E494}" dt="2021-04-19T20:59:42.905" v="759" actId="20577"/>
          <ac:spMkLst>
            <pc:docMk/>
            <pc:sldMk cId="2110953814" sldId="276"/>
            <ac:spMk id="2" creationId="{2C1D577E-7718-4E3F-AEFE-6361519E3553}"/>
          </ac:spMkLst>
        </pc:spChg>
        <pc:spChg chg="mod">
          <ac:chgData name="Michael Flandez" userId="S::michael.flandez@polymtl.ca::1fb28539-a058-4858-bff1-f56ae7ba340c" providerId="AD" clId="Web-{DA8B1210-D7F6-4F6E-A51B-18739502E494}" dt="2021-04-19T21:00:22.967" v="848" actId="20577"/>
          <ac:spMkLst>
            <pc:docMk/>
            <pc:sldMk cId="2110953814" sldId="276"/>
            <ac:spMk id="3" creationId="{814F7BED-12AD-49C7-A4D1-FD9397A32D50}"/>
          </ac:spMkLst>
        </pc:spChg>
      </pc:sldChg>
    </pc:docChg>
  </pc:docChgLst>
  <pc:docChgLst>
    <pc:chgData name="Michael Flandez" userId="S::michael.flandez@polymtl.ca::1fb28539-a058-4858-bff1-f56ae7ba340c" providerId="AD" clId="Web-{156339F5-6C89-4A7F-B5C1-EE289DE9B5A8}"/>
    <pc:docChg chg="modSld">
      <pc:chgData name="Michael Flandez" userId="S::michael.flandez@polymtl.ca::1fb28539-a058-4858-bff1-f56ae7ba340c" providerId="AD" clId="Web-{156339F5-6C89-4A7F-B5C1-EE289DE9B5A8}" dt="2021-04-19T15:47:33.935" v="472" actId="20577"/>
      <pc:docMkLst>
        <pc:docMk/>
      </pc:docMkLst>
      <pc:sldChg chg="modSp">
        <pc:chgData name="Michael Flandez" userId="S::michael.flandez@polymtl.ca::1fb28539-a058-4858-bff1-f56ae7ba340c" providerId="AD" clId="Web-{156339F5-6C89-4A7F-B5C1-EE289DE9B5A8}" dt="2021-04-19T15:47:33.935" v="472" actId="20577"/>
        <pc:sldMkLst>
          <pc:docMk/>
          <pc:sldMk cId="3091881503" sldId="266"/>
        </pc:sldMkLst>
        <pc:spChg chg="mod">
          <ac:chgData name="Michael Flandez" userId="S::michael.flandez@polymtl.ca::1fb28539-a058-4858-bff1-f56ae7ba340c" providerId="AD" clId="Web-{156339F5-6C89-4A7F-B5C1-EE289DE9B5A8}" dt="2021-04-19T15:41:52.576" v="23" actId="20577"/>
          <ac:spMkLst>
            <pc:docMk/>
            <pc:sldMk cId="3091881503" sldId="266"/>
            <ac:spMk id="2" creationId="{2C1D577E-7718-4E3F-AEFE-6361519E3553}"/>
          </ac:spMkLst>
        </pc:spChg>
        <pc:spChg chg="mod">
          <ac:chgData name="Michael Flandez" userId="S::michael.flandez@polymtl.ca::1fb28539-a058-4858-bff1-f56ae7ba340c" providerId="AD" clId="Web-{156339F5-6C89-4A7F-B5C1-EE289DE9B5A8}" dt="2021-04-19T15:47:33.935" v="472" actId="20577"/>
          <ac:spMkLst>
            <pc:docMk/>
            <pc:sldMk cId="3091881503" sldId="266"/>
            <ac:spMk id="3" creationId="{814F7BED-12AD-49C7-A4D1-FD9397A32D50}"/>
          </ac:spMkLst>
        </pc:spChg>
      </pc:sldChg>
    </pc:docChg>
  </pc:docChgLst>
  <pc:docChgLst>
    <pc:chgData name="Michael Flandez" userId="S::michael.flandez@polymtl.ca::1fb28539-a058-4858-bff1-f56ae7ba340c" providerId="AD" clId="Web-{3590CC89-3513-4032-B3F3-315578892FAF}"/>
    <pc:docChg chg="addSld modSld">
      <pc:chgData name="Michael Flandez" userId="S::michael.flandez@polymtl.ca::1fb28539-a058-4858-bff1-f56ae7ba340c" providerId="AD" clId="Web-{3590CC89-3513-4032-B3F3-315578892FAF}" dt="2021-04-19T17:31:14.378" v="303" actId="20577"/>
      <pc:docMkLst>
        <pc:docMk/>
      </pc:docMkLst>
      <pc:sldChg chg="modSp">
        <pc:chgData name="Michael Flandez" userId="S::michael.flandez@polymtl.ca::1fb28539-a058-4858-bff1-f56ae7ba340c" providerId="AD" clId="Web-{3590CC89-3513-4032-B3F3-315578892FAF}" dt="2021-04-19T17:24:59.460" v="161" actId="20577"/>
        <pc:sldMkLst>
          <pc:docMk/>
          <pc:sldMk cId="3091881503" sldId="266"/>
        </pc:sldMkLst>
        <pc:spChg chg="mod">
          <ac:chgData name="Michael Flandez" userId="S::michael.flandez@polymtl.ca::1fb28539-a058-4858-bff1-f56ae7ba340c" providerId="AD" clId="Web-{3590CC89-3513-4032-B3F3-315578892FAF}" dt="2021-04-19T17:24:59.460" v="161" actId="20577"/>
          <ac:spMkLst>
            <pc:docMk/>
            <pc:sldMk cId="3091881503" sldId="266"/>
            <ac:spMk id="3" creationId="{814F7BED-12AD-49C7-A4D1-FD9397A32D50}"/>
          </ac:spMkLst>
        </pc:spChg>
      </pc:sldChg>
      <pc:sldChg chg="addSp modSp add replId">
        <pc:chgData name="Michael Flandez" userId="S::michael.flandez@polymtl.ca::1fb28539-a058-4858-bff1-f56ae7ba340c" providerId="AD" clId="Web-{3590CC89-3513-4032-B3F3-315578892FAF}" dt="2021-04-19T17:19:35.060" v="33" actId="14100"/>
        <pc:sldMkLst>
          <pc:docMk/>
          <pc:sldMk cId="1287601860" sldId="268"/>
        </pc:sldMkLst>
        <pc:spChg chg="mod">
          <ac:chgData name="Michael Flandez" userId="S::michael.flandez@polymtl.ca::1fb28539-a058-4858-bff1-f56ae7ba340c" providerId="AD" clId="Web-{3590CC89-3513-4032-B3F3-315578892FAF}" dt="2021-04-19T17:12:37.578" v="18" actId="20577"/>
          <ac:spMkLst>
            <pc:docMk/>
            <pc:sldMk cId="1287601860" sldId="268"/>
            <ac:spMk id="3" creationId="{814F7BED-12AD-49C7-A4D1-FD9397A32D50}"/>
          </ac:spMkLst>
        </pc:spChg>
        <pc:picChg chg="add mod">
          <ac:chgData name="Michael Flandez" userId="S::michael.flandez@polymtl.ca::1fb28539-a058-4858-bff1-f56ae7ba340c" providerId="AD" clId="Web-{3590CC89-3513-4032-B3F3-315578892FAF}" dt="2021-04-19T17:19:27.934" v="31" actId="1076"/>
          <ac:picMkLst>
            <pc:docMk/>
            <pc:sldMk cId="1287601860" sldId="268"/>
            <ac:picMk id="4" creationId="{353391A5-A033-4DC7-BB29-B70E4D655703}"/>
          </ac:picMkLst>
        </pc:picChg>
        <pc:picChg chg="add mod">
          <ac:chgData name="Michael Flandez" userId="S::michael.flandez@polymtl.ca::1fb28539-a058-4858-bff1-f56ae7ba340c" providerId="AD" clId="Web-{3590CC89-3513-4032-B3F3-315578892FAF}" dt="2021-04-19T17:19:35.060" v="33" actId="14100"/>
          <ac:picMkLst>
            <pc:docMk/>
            <pc:sldMk cId="1287601860" sldId="268"/>
            <ac:picMk id="5" creationId="{584E039E-8282-4A81-8972-B487D313E801}"/>
          </ac:picMkLst>
        </pc:picChg>
      </pc:sldChg>
      <pc:sldChg chg="addSp modSp add replId">
        <pc:chgData name="Michael Flandez" userId="S::michael.flandez@polymtl.ca::1fb28539-a058-4858-bff1-f56ae7ba340c" providerId="AD" clId="Web-{3590CC89-3513-4032-B3F3-315578892FAF}" dt="2021-04-19T17:31:14.378" v="303" actId="20577"/>
        <pc:sldMkLst>
          <pc:docMk/>
          <pc:sldMk cId="1285000127" sldId="269"/>
        </pc:sldMkLst>
        <pc:spChg chg="mod">
          <ac:chgData name="Michael Flandez" userId="S::michael.flandez@polymtl.ca::1fb28539-a058-4858-bff1-f56ae7ba340c" providerId="AD" clId="Web-{3590CC89-3513-4032-B3F3-315578892FAF}" dt="2021-04-19T17:20:06.014" v="34" actId="20577"/>
          <ac:spMkLst>
            <pc:docMk/>
            <pc:sldMk cId="1285000127" sldId="269"/>
            <ac:spMk id="3" creationId="{814F7BED-12AD-49C7-A4D1-FD9397A32D50}"/>
          </ac:spMkLst>
        </pc:spChg>
        <pc:spChg chg="add mod">
          <ac:chgData name="Michael Flandez" userId="S::michael.flandez@polymtl.ca::1fb28539-a058-4858-bff1-f56ae7ba340c" providerId="AD" clId="Web-{3590CC89-3513-4032-B3F3-315578892FAF}" dt="2021-04-19T17:31:14.378" v="303" actId="20577"/>
          <ac:spMkLst>
            <pc:docMk/>
            <pc:sldMk cId="1285000127" sldId="269"/>
            <ac:spMk id="4" creationId="{813B5627-FB8D-44BF-972C-A8EA84CF84E4}"/>
          </ac:spMkLst>
        </pc:spChg>
      </pc:sldChg>
      <pc:sldChg chg="add replId">
        <pc:chgData name="Michael Flandez" userId="S::michael.flandez@polymtl.ca::1fb28539-a058-4858-bff1-f56ae7ba340c" providerId="AD" clId="Web-{3590CC89-3513-4032-B3F3-315578892FAF}" dt="2021-04-19T17:20:10.029" v="35"/>
        <pc:sldMkLst>
          <pc:docMk/>
          <pc:sldMk cId="4066312373" sldId="270"/>
        </pc:sldMkLst>
      </pc:sldChg>
      <pc:sldChg chg="modSp add replId">
        <pc:chgData name="Michael Flandez" userId="S::michael.flandez@polymtl.ca::1fb28539-a058-4858-bff1-f56ae7ba340c" providerId="AD" clId="Web-{3590CC89-3513-4032-B3F3-315578892FAF}" dt="2021-04-19T17:20:50.468" v="44" actId="20577"/>
        <pc:sldMkLst>
          <pc:docMk/>
          <pc:sldMk cId="2142995020" sldId="271"/>
        </pc:sldMkLst>
        <pc:spChg chg="mod">
          <ac:chgData name="Michael Flandez" userId="S::michael.flandez@polymtl.ca::1fb28539-a058-4858-bff1-f56ae7ba340c" providerId="AD" clId="Web-{3590CC89-3513-4032-B3F3-315578892FAF}" dt="2021-04-19T17:20:50.468" v="44" actId="20577"/>
          <ac:spMkLst>
            <pc:docMk/>
            <pc:sldMk cId="2142995020" sldId="271"/>
            <ac:spMk id="3" creationId="{814F7BED-12AD-49C7-A4D1-FD9397A32D50}"/>
          </ac:spMkLst>
        </pc:spChg>
      </pc:sldChg>
    </pc:docChg>
  </pc:docChgLst>
  <pc:docChgLst>
    <pc:chgData name="Sékou KONE" userId="265904e5-40b3-401f-a750-14714a321ce7" providerId="ADAL" clId="{6F7945D3-E7E2-4CDC-8FD6-54004BDA2FFD}"/>
    <pc:docChg chg="undo redo custSel addSld modSld">
      <pc:chgData name="Sékou KONE" userId="265904e5-40b3-401f-a750-14714a321ce7" providerId="ADAL" clId="{6F7945D3-E7E2-4CDC-8FD6-54004BDA2FFD}" dt="2021-04-22T13:47:49.313" v="563" actId="1035"/>
      <pc:docMkLst>
        <pc:docMk/>
      </pc:docMkLst>
      <pc:sldChg chg="modSp mod">
        <pc:chgData name="Sékou KONE" userId="265904e5-40b3-401f-a750-14714a321ce7" providerId="ADAL" clId="{6F7945D3-E7E2-4CDC-8FD6-54004BDA2FFD}" dt="2021-04-19T21:29:44.058" v="504" actId="6549"/>
        <pc:sldMkLst>
          <pc:docMk/>
          <pc:sldMk cId="357207542" sldId="257"/>
        </pc:sldMkLst>
        <pc:spChg chg="mod">
          <ac:chgData name="Sékou KONE" userId="265904e5-40b3-401f-a750-14714a321ce7" providerId="ADAL" clId="{6F7945D3-E7E2-4CDC-8FD6-54004BDA2FFD}" dt="2021-04-19T21:29:44.058" v="504" actId="6549"/>
          <ac:spMkLst>
            <pc:docMk/>
            <pc:sldMk cId="357207542" sldId="257"/>
            <ac:spMk id="3" creationId="{96D46E24-F096-43FC-A45E-C5F48A4FFCB4}"/>
          </ac:spMkLst>
        </pc:spChg>
      </pc:sldChg>
      <pc:sldChg chg="modSp mod">
        <pc:chgData name="Sékou KONE" userId="265904e5-40b3-401f-a750-14714a321ce7" providerId="ADAL" clId="{6F7945D3-E7E2-4CDC-8FD6-54004BDA2FFD}" dt="2021-04-19T21:33:17.958" v="509" actId="20577"/>
        <pc:sldMkLst>
          <pc:docMk/>
          <pc:sldMk cId="3179231540" sldId="259"/>
        </pc:sldMkLst>
        <pc:spChg chg="mod">
          <ac:chgData name="Sékou KONE" userId="265904e5-40b3-401f-a750-14714a321ce7" providerId="ADAL" clId="{6F7945D3-E7E2-4CDC-8FD6-54004BDA2FFD}" dt="2021-04-19T21:33:17.958" v="509" actId="20577"/>
          <ac:spMkLst>
            <pc:docMk/>
            <pc:sldMk cId="3179231540" sldId="259"/>
            <ac:spMk id="3" creationId="{64EEF992-EACF-4C5D-9E8F-63A2D65662E1}"/>
          </ac:spMkLst>
        </pc:spChg>
      </pc:sldChg>
      <pc:sldChg chg="modSp mod">
        <pc:chgData name="Sékou KONE" userId="265904e5-40b3-401f-a750-14714a321ce7" providerId="ADAL" clId="{6F7945D3-E7E2-4CDC-8FD6-54004BDA2FFD}" dt="2021-04-19T21:35:04.506" v="510" actId="20577"/>
        <pc:sldMkLst>
          <pc:docMk/>
          <pc:sldMk cId="1887826158" sldId="261"/>
        </pc:sldMkLst>
        <pc:spChg chg="mod">
          <ac:chgData name="Sékou KONE" userId="265904e5-40b3-401f-a750-14714a321ce7" providerId="ADAL" clId="{6F7945D3-E7E2-4CDC-8FD6-54004BDA2FFD}" dt="2021-04-19T21:35:04.506" v="510" actId="20577"/>
          <ac:spMkLst>
            <pc:docMk/>
            <pc:sldMk cId="1887826158" sldId="261"/>
            <ac:spMk id="3" creationId="{E93F9D44-2E2A-4715-B87E-0A092A08486F}"/>
          </ac:spMkLst>
        </pc:spChg>
      </pc:sldChg>
      <pc:sldChg chg="modSp mod">
        <pc:chgData name="Sékou KONE" userId="265904e5-40b3-401f-a750-14714a321ce7" providerId="ADAL" clId="{6F7945D3-E7E2-4CDC-8FD6-54004BDA2FFD}" dt="2021-04-19T21:37:13.521" v="513" actId="6549"/>
        <pc:sldMkLst>
          <pc:docMk/>
          <pc:sldMk cId="397348140" sldId="262"/>
        </pc:sldMkLst>
        <pc:spChg chg="mod">
          <ac:chgData name="Sékou KONE" userId="265904e5-40b3-401f-a750-14714a321ce7" providerId="ADAL" clId="{6F7945D3-E7E2-4CDC-8FD6-54004BDA2FFD}" dt="2021-04-19T21:37:13.521" v="513" actId="6549"/>
          <ac:spMkLst>
            <pc:docMk/>
            <pc:sldMk cId="397348140" sldId="262"/>
            <ac:spMk id="3" creationId="{3E60E1BC-F50C-4FFD-A883-5DBA5EB96430}"/>
          </ac:spMkLst>
        </pc:spChg>
      </pc:sldChg>
      <pc:sldChg chg="modSp mod">
        <pc:chgData name="Sékou KONE" userId="265904e5-40b3-401f-a750-14714a321ce7" providerId="ADAL" clId="{6F7945D3-E7E2-4CDC-8FD6-54004BDA2FFD}" dt="2021-04-19T21:39:56.210" v="515" actId="20577"/>
        <pc:sldMkLst>
          <pc:docMk/>
          <pc:sldMk cId="424299481" sldId="264"/>
        </pc:sldMkLst>
        <pc:spChg chg="mod">
          <ac:chgData name="Sékou KONE" userId="265904e5-40b3-401f-a750-14714a321ce7" providerId="ADAL" clId="{6F7945D3-E7E2-4CDC-8FD6-54004BDA2FFD}" dt="2021-04-19T21:39:56.210" v="515" actId="20577"/>
          <ac:spMkLst>
            <pc:docMk/>
            <pc:sldMk cId="424299481" sldId="264"/>
            <ac:spMk id="3" creationId="{4EF455E1-3947-4259-8AB4-27191A1B2D02}"/>
          </ac:spMkLst>
        </pc:spChg>
      </pc:sldChg>
      <pc:sldChg chg="addSp delSp modSp new mod">
        <pc:chgData name="Sékou KONE" userId="265904e5-40b3-401f-a750-14714a321ce7" providerId="ADAL" clId="{6F7945D3-E7E2-4CDC-8FD6-54004BDA2FFD}" dt="2021-04-19T14:12:11.561" v="2" actId="931"/>
        <pc:sldMkLst>
          <pc:docMk/>
          <pc:sldMk cId="511405723" sldId="265"/>
        </pc:sldMkLst>
        <pc:spChg chg="mod">
          <ac:chgData name="Sékou KONE" userId="265904e5-40b3-401f-a750-14714a321ce7" providerId="ADAL" clId="{6F7945D3-E7E2-4CDC-8FD6-54004BDA2FFD}" dt="2021-04-19T14:10:36.226" v="1"/>
          <ac:spMkLst>
            <pc:docMk/>
            <pc:sldMk cId="511405723" sldId="265"/>
            <ac:spMk id="2" creationId="{2C1D577E-7718-4E3F-AEFE-6361519E3553}"/>
          </ac:spMkLst>
        </pc:spChg>
        <pc:spChg chg="del">
          <ac:chgData name="Sékou KONE" userId="265904e5-40b3-401f-a750-14714a321ce7" providerId="ADAL" clId="{6F7945D3-E7E2-4CDC-8FD6-54004BDA2FFD}" dt="2021-04-19T14:12:11.561" v="2" actId="931"/>
          <ac:spMkLst>
            <pc:docMk/>
            <pc:sldMk cId="511405723" sldId="265"/>
            <ac:spMk id="3" creationId="{814F7BED-12AD-49C7-A4D1-FD9397A32D50}"/>
          </ac:spMkLst>
        </pc:spChg>
        <pc:picChg chg="add mod">
          <ac:chgData name="Sékou KONE" userId="265904e5-40b3-401f-a750-14714a321ce7" providerId="ADAL" clId="{6F7945D3-E7E2-4CDC-8FD6-54004BDA2FFD}" dt="2021-04-19T14:12:11.561" v="2" actId="931"/>
          <ac:picMkLst>
            <pc:docMk/>
            <pc:sldMk cId="511405723" sldId="265"/>
            <ac:picMk id="5" creationId="{FA3CCDD0-B6DB-4C7E-B06D-3B1EA68BB085}"/>
          </ac:picMkLst>
        </pc:picChg>
      </pc:sldChg>
      <pc:sldChg chg="modSp new mod">
        <pc:chgData name="Sékou KONE" userId="265904e5-40b3-401f-a750-14714a321ce7" providerId="ADAL" clId="{6F7945D3-E7E2-4CDC-8FD6-54004BDA2FFD}" dt="2021-04-19T21:43:10.559" v="518" actId="20577"/>
        <pc:sldMkLst>
          <pc:docMk/>
          <pc:sldMk cId="3783449221" sldId="267"/>
        </pc:sldMkLst>
        <pc:spChg chg="mod">
          <ac:chgData name="Sékou KONE" userId="265904e5-40b3-401f-a750-14714a321ce7" providerId="ADAL" clId="{6F7945D3-E7E2-4CDC-8FD6-54004BDA2FFD}" dt="2021-04-19T14:13:26.180" v="4"/>
          <ac:spMkLst>
            <pc:docMk/>
            <pc:sldMk cId="3783449221" sldId="267"/>
            <ac:spMk id="2" creationId="{B14DA079-82F0-42B9-A797-D8662AF56101}"/>
          </ac:spMkLst>
        </pc:spChg>
        <pc:spChg chg="mod">
          <ac:chgData name="Sékou KONE" userId="265904e5-40b3-401f-a750-14714a321ce7" providerId="ADAL" clId="{6F7945D3-E7E2-4CDC-8FD6-54004BDA2FFD}" dt="2021-04-19T21:43:10.559" v="518" actId="20577"/>
          <ac:spMkLst>
            <pc:docMk/>
            <pc:sldMk cId="3783449221" sldId="267"/>
            <ac:spMk id="3" creationId="{F9089E26-F0E4-48FF-9827-F81F43CA7B19}"/>
          </ac:spMkLst>
        </pc:spChg>
      </pc:sldChg>
      <pc:sldChg chg="modSp mod">
        <pc:chgData name="Sékou KONE" userId="265904e5-40b3-401f-a750-14714a321ce7" providerId="ADAL" clId="{6F7945D3-E7E2-4CDC-8FD6-54004BDA2FFD}" dt="2021-04-19T22:50:32.102" v="522" actId="20577"/>
        <pc:sldMkLst>
          <pc:docMk/>
          <pc:sldMk cId="1285000127" sldId="269"/>
        </pc:sldMkLst>
        <pc:spChg chg="mod">
          <ac:chgData name="Sékou KONE" userId="265904e5-40b3-401f-a750-14714a321ce7" providerId="ADAL" clId="{6F7945D3-E7E2-4CDC-8FD6-54004BDA2FFD}" dt="2021-04-19T22:50:32.102" v="522" actId="20577"/>
          <ac:spMkLst>
            <pc:docMk/>
            <pc:sldMk cId="1285000127" sldId="269"/>
            <ac:spMk id="4" creationId="{813B5627-FB8D-44BF-972C-A8EA84CF84E4}"/>
          </ac:spMkLst>
        </pc:spChg>
      </pc:sldChg>
      <pc:sldChg chg="modSp mod">
        <pc:chgData name="Sékou KONE" userId="265904e5-40b3-401f-a750-14714a321ce7" providerId="ADAL" clId="{6F7945D3-E7E2-4CDC-8FD6-54004BDA2FFD}" dt="2021-04-19T22:55:20.458" v="541" actId="6549"/>
        <pc:sldMkLst>
          <pc:docMk/>
          <pc:sldMk cId="2142995020" sldId="271"/>
        </pc:sldMkLst>
        <pc:spChg chg="mod">
          <ac:chgData name="Sékou KONE" userId="265904e5-40b3-401f-a750-14714a321ce7" providerId="ADAL" clId="{6F7945D3-E7E2-4CDC-8FD6-54004BDA2FFD}" dt="2021-04-19T22:53:40.254" v="532" actId="20577"/>
          <ac:spMkLst>
            <pc:docMk/>
            <pc:sldMk cId="2142995020" sldId="271"/>
            <ac:spMk id="3" creationId="{814F7BED-12AD-49C7-A4D1-FD9397A32D50}"/>
          </ac:spMkLst>
        </pc:spChg>
        <pc:spChg chg="mod">
          <ac:chgData name="Sékou KONE" userId="265904e5-40b3-401f-a750-14714a321ce7" providerId="ADAL" clId="{6F7945D3-E7E2-4CDC-8FD6-54004BDA2FFD}" dt="2021-04-19T22:55:20.458" v="541" actId="6549"/>
          <ac:spMkLst>
            <pc:docMk/>
            <pc:sldMk cId="2142995020" sldId="271"/>
            <ac:spMk id="6" creationId="{C66CEE0D-7A15-4AB5-A417-6B31F880D123}"/>
          </ac:spMkLst>
        </pc:spChg>
      </pc:sldChg>
      <pc:sldChg chg="addSp delSp modSp new mod">
        <pc:chgData name="Sékou KONE" userId="265904e5-40b3-401f-a750-14714a321ce7" providerId="ADAL" clId="{6F7945D3-E7E2-4CDC-8FD6-54004BDA2FFD}" dt="2021-04-19T20:33:16.330" v="498" actId="931"/>
        <pc:sldMkLst>
          <pc:docMk/>
          <pc:sldMk cId="1581627769" sldId="272"/>
        </pc:sldMkLst>
        <pc:spChg chg="mod">
          <ac:chgData name="Sékou KONE" userId="265904e5-40b3-401f-a750-14714a321ce7" providerId="ADAL" clId="{6F7945D3-E7E2-4CDC-8FD6-54004BDA2FFD}" dt="2021-04-19T19:25:30.399" v="497"/>
          <ac:spMkLst>
            <pc:docMk/>
            <pc:sldMk cId="1581627769" sldId="272"/>
            <ac:spMk id="2" creationId="{249A7247-9FEA-4FAD-BAA8-98243F1123E3}"/>
          </ac:spMkLst>
        </pc:spChg>
        <pc:spChg chg="del">
          <ac:chgData name="Sékou KONE" userId="265904e5-40b3-401f-a750-14714a321ce7" providerId="ADAL" clId="{6F7945D3-E7E2-4CDC-8FD6-54004BDA2FFD}" dt="2021-04-19T20:33:16.330" v="498" actId="931"/>
          <ac:spMkLst>
            <pc:docMk/>
            <pc:sldMk cId="1581627769" sldId="272"/>
            <ac:spMk id="3" creationId="{5B16C8D0-EA37-4E15-A56F-046E534B0C57}"/>
          </ac:spMkLst>
        </pc:spChg>
        <pc:picChg chg="add mod">
          <ac:chgData name="Sékou KONE" userId="265904e5-40b3-401f-a750-14714a321ce7" providerId="ADAL" clId="{6F7945D3-E7E2-4CDC-8FD6-54004BDA2FFD}" dt="2021-04-19T20:33:16.330" v="498" actId="931"/>
          <ac:picMkLst>
            <pc:docMk/>
            <pc:sldMk cId="1581627769" sldId="272"/>
            <ac:picMk id="5" creationId="{D07BF15A-6AF4-4D81-8E75-D4CE8927AB0F}"/>
          </ac:picMkLst>
        </pc:picChg>
      </pc:sldChg>
      <pc:sldChg chg="addSp delSp modSp new mod">
        <pc:chgData name="Sékou KONE" userId="265904e5-40b3-401f-a750-14714a321ce7" providerId="ADAL" clId="{6F7945D3-E7E2-4CDC-8FD6-54004BDA2FFD}" dt="2021-04-22T13:47:49.313" v="563" actId="1035"/>
        <pc:sldMkLst>
          <pc:docMk/>
          <pc:sldMk cId="233168646" sldId="274"/>
        </pc:sldMkLst>
        <pc:spChg chg="mod">
          <ac:chgData name="Sékou KONE" userId="265904e5-40b3-401f-a750-14714a321ce7" providerId="ADAL" clId="{6F7945D3-E7E2-4CDC-8FD6-54004BDA2FFD}" dt="2021-04-19T20:34:00.340" v="500"/>
          <ac:spMkLst>
            <pc:docMk/>
            <pc:sldMk cId="233168646" sldId="274"/>
            <ac:spMk id="2" creationId="{77664F42-F837-4271-BD55-288CB49164DE}"/>
          </ac:spMkLst>
        </pc:spChg>
        <pc:spChg chg="del">
          <ac:chgData name="Sékou KONE" userId="265904e5-40b3-401f-a750-14714a321ce7" providerId="ADAL" clId="{6F7945D3-E7E2-4CDC-8FD6-54004BDA2FFD}" dt="2021-04-19T20:42:14.341" v="501"/>
          <ac:spMkLst>
            <pc:docMk/>
            <pc:sldMk cId="233168646" sldId="274"/>
            <ac:spMk id="3" creationId="{F7241968-E5C4-4DAF-9031-CF50ADCC7A4D}"/>
          </ac:spMkLst>
        </pc:spChg>
        <pc:picChg chg="add mod">
          <ac:chgData name="Sékou KONE" userId="265904e5-40b3-401f-a750-14714a321ce7" providerId="ADAL" clId="{6F7945D3-E7E2-4CDC-8FD6-54004BDA2FFD}" dt="2021-04-22T13:47:49.313" v="563" actId="1035"/>
          <ac:picMkLst>
            <pc:docMk/>
            <pc:sldMk cId="233168646" sldId="274"/>
            <ac:picMk id="4" creationId="{6B12C3A9-BB1B-4125-8A01-9ABC15E3D93A}"/>
          </ac:picMkLst>
        </pc:picChg>
      </pc:sldChg>
      <pc:sldChg chg="modSp mod">
        <pc:chgData name="Sékou KONE" userId="265904e5-40b3-401f-a750-14714a321ce7" providerId="ADAL" clId="{6F7945D3-E7E2-4CDC-8FD6-54004BDA2FFD}" dt="2021-04-19T22:56:24.481" v="543" actId="20577"/>
        <pc:sldMkLst>
          <pc:docMk/>
          <pc:sldMk cId="4184654094" sldId="275"/>
        </pc:sldMkLst>
        <pc:spChg chg="mod">
          <ac:chgData name="Sékou KONE" userId="265904e5-40b3-401f-a750-14714a321ce7" providerId="ADAL" clId="{6F7945D3-E7E2-4CDC-8FD6-54004BDA2FFD}" dt="2021-04-19T22:56:24.481" v="543" actId="20577"/>
          <ac:spMkLst>
            <pc:docMk/>
            <pc:sldMk cId="4184654094" sldId="275"/>
            <ac:spMk id="3" creationId="{814F7BED-12AD-49C7-A4D1-FD9397A32D50}"/>
          </ac:spMkLst>
        </pc:spChg>
      </pc:sldChg>
      <pc:sldChg chg="modSp mod">
        <pc:chgData name="Sékou KONE" userId="265904e5-40b3-401f-a750-14714a321ce7" providerId="ADAL" clId="{6F7945D3-E7E2-4CDC-8FD6-54004BDA2FFD}" dt="2021-04-19T23:15:23.092" v="561" actId="20577"/>
        <pc:sldMkLst>
          <pc:docMk/>
          <pc:sldMk cId="2110953814" sldId="276"/>
        </pc:sldMkLst>
        <pc:spChg chg="mod">
          <ac:chgData name="Sékou KONE" userId="265904e5-40b3-401f-a750-14714a321ce7" providerId="ADAL" clId="{6F7945D3-E7E2-4CDC-8FD6-54004BDA2FFD}" dt="2021-04-19T23:15:23.092" v="561" actId="20577"/>
          <ac:spMkLst>
            <pc:docMk/>
            <pc:sldMk cId="2110953814" sldId="276"/>
            <ac:spMk id="3" creationId="{814F7BED-12AD-49C7-A4D1-FD9397A32D50}"/>
          </ac:spMkLst>
        </pc:spChg>
      </pc:sldChg>
    </pc:docChg>
  </pc:docChgLst>
  <pc:docChgLst>
    <pc:chgData name="Michael Flandez" userId="S::michael.flandez@polymtl.ca::1fb28539-a058-4858-bff1-f56ae7ba340c" providerId="AD" clId="Web-{C461C23D-928C-474E-AE77-00DEE987BFBF}"/>
    <pc:docChg chg="modSld">
      <pc:chgData name="Michael Flandez" userId="S::michael.flandez@polymtl.ca::1fb28539-a058-4858-bff1-f56ae7ba340c" providerId="AD" clId="Web-{C461C23D-928C-474E-AE77-00DEE987BFBF}" dt="2021-04-19T18:07:55.106" v="25" actId="1076"/>
      <pc:docMkLst>
        <pc:docMk/>
      </pc:docMkLst>
      <pc:sldChg chg="modSp">
        <pc:chgData name="Michael Flandez" userId="S::michael.flandez@polymtl.ca::1fb28539-a058-4858-bff1-f56ae7ba340c" providerId="AD" clId="Web-{C461C23D-928C-474E-AE77-00DEE987BFBF}" dt="2021-04-19T18:06:38.434" v="4" actId="20577"/>
        <pc:sldMkLst>
          <pc:docMk/>
          <pc:sldMk cId="1285000127" sldId="269"/>
        </pc:sldMkLst>
        <pc:spChg chg="mod">
          <ac:chgData name="Michael Flandez" userId="S::michael.flandez@polymtl.ca::1fb28539-a058-4858-bff1-f56ae7ba340c" providerId="AD" clId="Web-{C461C23D-928C-474E-AE77-00DEE987BFBF}" dt="2021-04-19T18:06:38.434" v="4" actId="20577"/>
          <ac:spMkLst>
            <pc:docMk/>
            <pc:sldMk cId="1285000127" sldId="269"/>
            <ac:spMk id="4" creationId="{813B5627-FB8D-44BF-972C-A8EA84CF84E4}"/>
          </ac:spMkLst>
        </pc:spChg>
      </pc:sldChg>
      <pc:sldChg chg="addSp modSp">
        <pc:chgData name="Michael Flandez" userId="S::michael.flandez@polymtl.ca::1fb28539-a058-4858-bff1-f56ae7ba340c" providerId="AD" clId="Web-{C461C23D-928C-474E-AE77-00DEE987BFBF}" dt="2021-04-19T18:07:55.106" v="25" actId="1076"/>
        <pc:sldMkLst>
          <pc:docMk/>
          <pc:sldMk cId="4066312373" sldId="270"/>
        </pc:sldMkLst>
        <pc:spChg chg="add mod">
          <ac:chgData name="Michael Flandez" userId="S::michael.flandez@polymtl.ca::1fb28539-a058-4858-bff1-f56ae7ba340c" providerId="AD" clId="Web-{C461C23D-928C-474E-AE77-00DEE987BFBF}" dt="2021-04-19T18:07:55.106" v="25" actId="1076"/>
          <ac:spMkLst>
            <pc:docMk/>
            <pc:sldMk cId="4066312373" sldId="270"/>
            <ac:spMk id="4" creationId="{DCC46028-E3A3-436E-81F3-061F7BA2365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814798-208C-4D5E-BD9A-A8A1123478B7}" type="datetimeFigureOut">
              <a:rPr lang="fr-FR" smtClean="0"/>
              <a:t>22/04/2021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A3507B-CFD4-468A-AE0A-B9934A1DFA6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637327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fr-FR"/>
              <a:t>Modifiez le style des sous-titres du masque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4004E-10BE-4B2B-8A8C-C199AB98A45F}" type="datetime1">
              <a:rPr lang="en-US" smtClean="0"/>
              <a:t>4/22/2021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740B6-306A-4E42-9BDA-E315FD495516}" type="datetime1">
              <a:rPr lang="en-US" smtClean="0"/>
              <a:t>4/22/2021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482DC-2269-4F26-9D2A-7E44B1A4CD85}" type="slidenum">
              <a:rPr lang="en-US" dirty="0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E1F38-B12D-4DA8-AB97-2989565381C4}" type="datetime1">
              <a:rPr lang="en-US" smtClean="0"/>
              <a:t>4/22/2021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BA00F-D6E7-402E-8D2F-C6EB325D720B}" type="datetime1">
              <a:rPr lang="en-US" smtClean="0"/>
              <a:t>4/22/2021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9360E-61EB-4F7C-AA70-ABFDA36CF3E6}" type="datetime1">
              <a:rPr lang="en-US" smtClean="0"/>
              <a:t>4/22/2021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556B2-82E1-433D-A160-F7567EC0EBAB}" type="datetime1">
              <a:rPr lang="en-US" smtClean="0"/>
              <a:t>4/22/2021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6BCBC-7E12-45CE-8022-6960342A9E3B}" type="datetime1">
              <a:rPr lang="en-US" smtClean="0"/>
              <a:t>4/22/2021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5829459D-4561-4A1F-B533-E78F73015461}" type="datetime1">
              <a:rPr lang="en-US" smtClean="0"/>
              <a:t>4/22/2021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5B6BC-9926-45E5-95AD-AC538AF521A1}" type="datetime1">
              <a:rPr lang="en-US" smtClean="0"/>
              <a:t>4/22/2021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9A671-E819-457B-A6EB-9BC0EE266CFF}" type="datetime1">
              <a:rPr lang="en-US" smtClean="0"/>
              <a:t>4/22/2021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06F8C-4F43-45B8-B8FA-C53F31BBC23A}" type="datetime1">
              <a:rPr lang="en-US" smtClean="0"/>
              <a:t>4/22/2021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B2681366-B489-41F3-897A-C8224B013966}" type="datetime1">
              <a:rPr lang="en-US" smtClean="0"/>
              <a:t>4/22/2021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‹N°›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DBBB7ED-2A66-414C-9A97-1B7253A0305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/>
              <a:t>ELE8307 : Présentation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0D51C05-D840-44E7-BB12-1EB71A9B20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97280" y="4455621"/>
            <a:ext cx="10058400" cy="1143000"/>
          </a:xfrm>
        </p:spPr>
        <p:txBody>
          <a:bodyPr>
            <a:normAutofit fontScale="85000" lnSpcReduction="20000"/>
          </a:bodyPr>
          <a:lstStyle/>
          <a:p>
            <a:r>
              <a:rPr lang="fr-FR" b="1"/>
              <a:t>Programme fractale</a:t>
            </a:r>
          </a:p>
          <a:p>
            <a:r>
              <a:rPr lang="fr-FR"/>
              <a:t>Par Michael </a:t>
            </a:r>
            <a:r>
              <a:rPr lang="fr-FR" err="1"/>
              <a:t>Flandez</a:t>
            </a:r>
            <a:r>
              <a:rPr lang="fr-FR"/>
              <a:t> &amp; </a:t>
            </a:r>
            <a:r>
              <a:rPr lang="fr-FR" err="1"/>
              <a:t>Sekou</a:t>
            </a:r>
            <a:r>
              <a:rPr lang="fr-FR"/>
              <a:t> Kone</a:t>
            </a:r>
          </a:p>
          <a:p>
            <a:pPr algn="r"/>
            <a:r>
              <a:rPr lang="fr-FR"/>
              <a:t>Le 19 avril 2020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69F8524A-0179-4D04-9BD2-CD863C18DE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6147" y="758952"/>
            <a:ext cx="2319533" cy="950978"/>
          </a:xfrm>
          <a:prstGeom prst="rect">
            <a:avLst/>
          </a:prstGeom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875C6E5-A290-42CD-A5A3-A2A1355E6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7373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AA2F5A3-D200-48E9-A5BB-35F84D314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1.	L’application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6D46E24-F096-43FC-A45E-C5F48A4FFC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/>
              <a:t>	- Une solution pour </a:t>
            </a:r>
            <a:r>
              <a:rPr lang="fr-FR" dirty="0" err="1"/>
              <a:t>visual</a:t>
            </a:r>
            <a:r>
              <a:rPr lang="fr-FR" dirty="0"/>
              <a:t> studio nous a été fournie, elle permet de :</a:t>
            </a:r>
          </a:p>
          <a:p>
            <a:pPr marL="0" indent="0">
              <a:buNone/>
            </a:pPr>
            <a:r>
              <a:rPr lang="fr-FR" dirty="0"/>
              <a:t>		* se déplacer par rotation (gauche et droite) dans le plan </a:t>
            </a:r>
            <a:r>
              <a:rPr lang="fr-FR" dirty="0" err="1"/>
              <a:t>xy</a:t>
            </a:r>
            <a:r>
              <a:rPr lang="fr-FR" dirty="0"/>
              <a:t>,</a:t>
            </a:r>
          </a:p>
          <a:p>
            <a:pPr marL="0" indent="0">
              <a:buNone/>
            </a:pPr>
            <a:r>
              <a:rPr lang="fr-FR" dirty="0"/>
              <a:t>		* effectuer un zoom avant ou arrière,</a:t>
            </a:r>
          </a:p>
          <a:p>
            <a:pPr marL="0" indent="0">
              <a:buNone/>
            </a:pPr>
            <a:r>
              <a:rPr lang="fr-FR" dirty="0"/>
              <a:t>		* collecter des perles placées sur la fractale.</a:t>
            </a:r>
          </a:p>
          <a:p>
            <a:pPr marL="0" indent="0">
              <a:buNone/>
            </a:pPr>
            <a:r>
              <a:rPr lang="fr-FR" dirty="0"/>
              <a:t>	</a:t>
            </a:r>
          </a:p>
          <a:p>
            <a:pPr marL="0" indent="0">
              <a:buNone/>
            </a:pPr>
            <a:r>
              <a:rPr lang="fr-FR" dirty="0"/>
              <a:t>	- Cette première version a les spécifications suivantes:</a:t>
            </a:r>
          </a:p>
          <a:p>
            <a:pPr marL="0" indent="0">
              <a:buNone/>
            </a:pPr>
            <a:r>
              <a:rPr lang="fr-FR" dirty="0"/>
              <a:t>		* moins de deux images par seconde,</a:t>
            </a:r>
          </a:p>
          <a:p>
            <a:pPr marL="0" indent="0">
              <a:buNone/>
            </a:pPr>
            <a:r>
              <a:rPr lang="fr-FR" dirty="0"/>
              <a:t>		* calculs intermédiaires en double précision (~46 bits après la virgule),</a:t>
            </a:r>
          </a:p>
          <a:p>
            <a:pPr marL="0" indent="0">
              <a:buNone/>
            </a:pPr>
            <a:r>
              <a:rPr lang="fr-FR" dirty="0"/>
              <a:t>		* Utilisation de la librairie OpenGL pour affichage.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74B1C10-4B2D-4E1E-B905-5EF2191BC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482DC-2269-4F26-9D2A-7E44B1A4CD8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075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BADBDD2-7EF2-4894-AE38-FA32C7C5D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1.	L’application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071BF1FD-26BB-4D82-A248-06E441ED52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50407" y="1846263"/>
            <a:ext cx="7151511" cy="4022725"/>
          </a:xfrm>
        </p:spPr>
      </p:pic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23F99566-B8C8-4B97-A4E6-C18066006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482DC-2269-4F26-9D2A-7E44B1A4CD8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9697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92F85AE-3DD2-4274-84D7-25B4A820D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2.	La version Eclipse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4EEF992-EACF-4C5D-9E8F-63A2D65662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01168" lvl="1" indent="0">
              <a:buNone/>
            </a:pPr>
            <a:r>
              <a:rPr lang="fr-FR" dirty="0"/>
              <a:t>	- Pour ce projet, il a aussi été fourni une version du code compatible avec Eclipse, celle-ci :</a:t>
            </a:r>
          </a:p>
          <a:p>
            <a:pPr marL="201168" lvl="1" indent="0">
              <a:buNone/>
            </a:pPr>
            <a:r>
              <a:rPr lang="fr-FR" dirty="0"/>
              <a:t>		* permet toujours le déplacement en rotation,</a:t>
            </a:r>
          </a:p>
          <a:p>
            <a:pPr marL="201168" lvl="1" indent="0">
              <a:buNone/>
            </a:pPr>
            <a:r>
              <a:rPr lang="fr-FR" dirty="0"/>
              <a:t>		* supporte le zoom avant et arrière,</a:t>
            </a:r>
          </a:p>
          <a:p>
            <a:pPr marL="201168" lvl="1" indent="0">
              <a:buNone/>
            </a:pPr>
            <a:r>
              <a:rPr lang="fr-FR" dirty="0"/>
              <a:t>		* la collecte des perles est aussi gérée.</a:t>
            </a:r>
          </a:p>
          <a:p>
            <a:pPr marL="201168" lvl="1" indent="0">
              <a:buNone/>
            </a:pPr>
            <a:endParaRPr lang="fr-FR" dirty="0"/>
          </a:p>
          <a:p>
            <a:pPr marL="201168" lvl="1" indent="0">
              <a:buNone/>
            </a:pPr>
            <a:r>
              <a:rPr lang="fr-FR" dirty="0"/>
              <a:t>	- La réalisation du projet tient dans l’amélioration des spécifications suivantes :</a:t>
            </a:r>
          </a:p>
          <a:p>
            <a:pPr marL="201168" lvl="1" indent="0">
              <a:buNone/>
            </a:pPr>
            <a:r>
              <a:rPr lang="fr-FR" dirty="0"/>
              <a:t>		* le taux de rafraichissement initial était de l’ordre d’une image par minute</a:t>
            </a:r>
          </a:p>
          <a:p>
            <a:pPr marL="201168" lvl="1" indent="0">
              <a:buNone/>
            </a:pPr>
            <a:r>
              <a:rPr lang="fr-FR" dirty="0"/>
              <a:t>		(car le processeur NIOS sur lequel tourne l’application n’est pas très performant)</a:t>
            </a:r>
          </a:p>
          <a:p>
            <a:pPr marL="201168" lvl="1" indent="0">
              <a:buNone/>
            </a:pPr>
            <a:r>
              <a:rPr lang="fr-FR" dirty="0"/>
              <a:t>		* les calculs intermédiaires sont initialement exécutés en virgule fixe (26 bits après)</a:t>
            </a:r>
          </a:p>
          <a:p>
            <a:pPr marL="201168" lvl="1" indent="0">
              <a:buNone/>
            </a:pPr>
            <a:r>
              <a:rPr lang="fr-FR" dirty="0"/>
              <a:t>		(la limite de fonctionnement est à 28 bits après la virgule)</a:t>
            </a:r>
          </a:p>
          <a:p>
            <a:pPr marL="201168" lvl="1" indent="0">
              <a:buNone/>
            </a:pPr>
            <a:r>
              <a:rPr lang="fr-FR" dirty="0"/>
              <a:t>		* l’affichage est exécuté directement sur un écran par connexion </a:t>
            </a:r>
            <a:r>
              <a:rPr lang="fr-FR" dirty="0" err="1"/>
              <a:t>vga</a:t>
            </a:r>
            <a:r>
              <a:rPr lang="fr-FR" dirty="0"/>
              <a:t>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37997B2-08AB-4646-BBB8-4F8DA08DE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482DC-2269-4F26-9D2A-7E44B1A4CD8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2315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CD7DFD5-7B9A-429B-8202-4F7EE2F7C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2.	La version </a:t>
            </a:r>
            <a:r>
              <a:rPr lang="fr-FR" err="1"/>
              <a:t>Ecliplse</a:t>
            </a:r>
            <a:endParaRPr lang="fr-FR"/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253C0061-04B4-49AF-A297-CDDE6C135A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50407" y="1846263"/>
            <a:ext cx="7151511" cy="4022725"/>
          </a:xfrm>
        </p:spPr>
      </p:pic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C36CC29F-0AE9-4286-B341-BD5D5CB16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482DC-2269-4F26-9D2A-7E44B1A4CD8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4106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85348DA-7320-4145-AAA7-0AC5C2A658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3.	L’accélération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93F9D44-2E2A-4715-B87E-0A092A0848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01168" lvl="1" indent="0">
              <a:buNone/>
            </a:pPr>
            <a:r>
              <a:rPr lang="fr-FR" dirty="0"/>
              <a:t>	Pour répondre aux exigences du projet, nous avons dû produire 2 machines à état  en </a:t>
            </a:r>
            <a:r>
              <a:rPr lang="fr-FR" dirty="0" err="1"/>
              <a:t>vhdl</a:t>
            </a:r>
            <a:r>
              <a:rPr lang="fr-FR" dirty="0"/>
              <a:t>.</a:t>
            </a:r>
          </a:p>
          <a:p>
            <a:pPr marL="201168" lvl="1" indent="0">
              <a:buNone/>
            </a:pPr>
            <a:endParaRPr lang="fr-FR" dirty="0"/>
          </a:p>
          <a:p>
            <a:pPr marL="201168" lvl="1" indent="0">
              <a:buNone/>
            </a:pPr>
            <a:r>
              <a:rPr lang="fr-FR" dirty="0"/>
              <a:t>	Après avoir effectué un profilage de l’application, nous avons pu identifier les fonctions à transformer :</a:t>
            </a:r>
          </a:p>
          <a:p>
            <a:pPr marL="201168" lvl="1" indent="0">
              <a:buNone/>
            </a:pPr>
            <a:endParaRPr lang="fr-FR" dirty="0"/>
          </a:p>
          <a:p>
            <a:pPr marL="201168" lvl="1" indent="0">
              <a:buNone/>
            </a:pPr>
            <a:r>
              <a:rPr lang="fr-FR" dirty="0"/>
              <a:t>		*  avec 24.61 % du temps total d’exécution, </a:t>
            </a:r>
            <a:r>
              <a:rPr lang="fr-FR" dirty="0" err="1"/>
              <a:t>get_fractal_level</a:t>
            </a:r>
            <a:r>
              <a:rPr lang="fr-FR" dirty="0"/>
              <a:t> a été choisie,</a:t>
            </a:r>
          </a:p>
          <a:p>
            <a:pPr marL="201168" lvl="1" indent="0">
              <a:buNone/>
            </a:pPr>
            <a:r>
              <a:rPr lang="fr-FR" dirty="0"/>
              <a:t>		* avec 0.45 % du temps total d’exécution, </a:t>
            </a:r>
            <a:r>
              <a:rPr lang="fr-FR" dirty="0" err="1"/>
              <a:t>set_pixel_color</a:t>
            </a:r>
            <a:r>
              <a:rPr lang="fr-FR" dirty="0"/>
              <a:t> a été choisie, car elle correspondait à une architecture utilisant le bus Avalon.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4B86B2A-C7F9-4BE3-8FEF-8DEB5CDD2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482DC-2269-4F26-9D2A-7E44B1A4CD8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8261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54F3A44-7245-4502-B944-DE81DDE2E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3.1.		L’accélération de </a:t>
            </a:r>
            <a:r>
              <a:rPr lang="fr-FR" err="1"/>
              <a:t>get_fractal_level</a:t>
            </a:r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E60E1BC-F50C-4FFD-A883-5DBA5EB964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01168" lvl="1" indent="0">
              <a:buNone/>
            </a:pPr>
            <a:r>
              <a:rPr lang="fr-FR" dirty="0"/>
              <a:t>	</a:t>
            </a:r>
          </a:p>
          <a:p>
            <a:pPr marL="201168" lvl="1" indent="0">
              <a:buNone/>
            </a:pPr>
            <a:r>
              <a:rPr lang="fr-FR" dirty="0"/>
              <a:t>	- Le code en c de la fonction se compose de :</a:t>
            </a:r>
          </a:p>
          <a:p>
            <a:pPr marL="201168" lvl="1" indent="0">
              <a:buNone/>
            </a:pPr>
            <a:r>
              <a:rPr lang="fr-FR" dirty="0"/>
              <a:t>		* Une boucle for de 64 itérations pour les différents degrés de profondeur :</a:t>
            </a:r>
          </a:p>
          <a:p>
            <a:pPr marL="201168" lvl="1" indent="0">
              <a:buNone/>
            </a:pPr>
            <a:r>
              <a:rPr lang="fr-FR" dirty="0"/>
              <a:t>			dans cette boucle, on actualise les parties réelles et imaginaires,</a:t>
            </a:r>
          </a:p>
          <a:p>
            <a:pPr marL="201168" lvl="1" indent="0">
              <a:buNone/>
            </a:pPr>
            <a:r>
              <a:rPr lang="fr-FR" dirty="0"/>
              <a:t>			puis on calcule leurs carrés.</a:t>
            </a:r>
          </a:p>
          <a:p>
            <a:pPr marL="201168" lvl="1" indent="0">
              <a:buNone/>
            </a:pPr>
            <a:r>
              <a:rPr lang="fr-FR" dirty="0"/>
              <a:t>		* Un test if pour vérifier si on a une divergence (module &gt; 2)</a:t>
            </a:r>
          </a:p>
          <a:p>
            <a:pPr marL="201168" lvl="1" indent="0">
              <a:buNone/>
            </a:pPr>
            <a:r>
              <a:rPr lang="fr-FR" dirty="0"/>
              <a:t>			si oui on retourne immédiatement le numéro de l’itération</a:t>
            </a:r>
          </a:p>
          <a:p>
            <a:pPr marL="201168" lvl="1" indent="0">
              <a:buNone/>
            </a:pPr>
            <a:r>
              <a:rPr lang="fr-FR" dirty="0"/>
              <a:t>			sinon on calcule les nouvelles valeurs réelle et imaginaire puis on recommence.</a:t>
            </a:r>
          </a:p>
          <a:p>
            <a:pPr marL="201168" lvl="1" indent="0">
              <a:buNone/>
            </a:pPr>
            <a:endParaRPr lang="fr-FR" dirty="0"/>
          </a:p>
          <a:p>
            <a:pPr marL="201168" lvl="1" indent="0">
              <a:buNone/>
            </a:pPr>
            <a:r>
              <a:rPr lang="fr-FR" dirty="0"/>
              <a:t> 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5F3B291-F30A-43CB-BE40-DB8D289C6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482DC-2269-4F26-9D2A-7E44B1A4CD8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481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D6C5999-5FD7-43D4-9C60-D5AE31C7F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3.1.		L’accélération de </a:t>
            </a:r>
            <a:r>
              <a:rPr lang="fr-FR" err="1"/>
              <a:t>get_fractal_level</a:t>
            </a:r>
            <a:endParaRPr lang="fr-FR"/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BA7AF722-1E97-487A-86A6-F369E2CFA1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50407" y="1846263"/>
            <a:ext cx="7151511" cy="4022725"/>
          </a:xfrm>
        </p:spPr>
      </p:pic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96CC8B1C-4952-409C-9973-06FACED01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482DC-2269-4F26-9D2A-7E44B1A4CD8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9987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8CB5EB3-F478-44A3-9D03-C268E09D5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3.1.		L’accélération de </a:t>
            </a:r>
            <a:r>
              <a:rPr lang="fr-FR" err="1"/>
              <a:t>get_fractal_level</a:t>
            </a:r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EF455E1-3947-4259-8AB4-27191A1B2D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  <a:p>
            <a:pPr marL="201168" lvl="1" indent="0">
              <a:buNone/>
            </a:pPr>
            <a:r>
              <a:rPr lang="fr-FR" dirty="0"/>
              <a:t>	- Le code </a:t>
            </a:r>
            <a:r>
              <a:rPr lang="fr-FR" dirty="0" err="1"/>
              <a:t>asm</a:t>
            </a:r>
            <a:r>
              <a:rPr lang="fr-FR" dirty="0"/>
              <a:t> que nous avons obtenu pour l’instruction spécialisée multicycle :</a:t>
            </a:r>
          </a:p>
          <a:p>
            <a:pPr marL="201168" lvl="1" indent="0">
              <a:buNone/>
            </a:pPr>
            <a:r>
              <a:rPr lang="fr-FR" dirty="0"/>
              <a:t>		* s’articule autour des mêmes temps forts :</a:t>
            </a:r>
          </a:p>
          <a:p>
            <a:pPr marL="201168" lvl="1" indent="0">
              <a:buNone/>
            </a:pPr>
            <a:r>
              <a:rPr lang="fr-FR" dirty="0"/>
              <a:t>			une boucle for à 64 itérations,</a:t>
            </a:r>
          </a:p>
          <a:p>
            <a:pPr marL="201168" lvl="1" indent="0">
              <a:buNone/>
            </a:pPr>
            <a:r>
              <a:rPr lang="fr-FR" dirty="0"/>
              <a:t>			un test if pour le retour immédiat ou la suite des itérations.</a:t>
            </a:r>
          </a:p>
          <a:p>
            <a:pPr marL="201168" lvl="1" indent="0">
              <a:buNone/>
            </a:pPr>
            <a:r>
              <a:rPr lang="fr-FR" dirty="0"/>
              <a:t>		* la différence se situe au niveau des constantes qui doivent être passées :</a:t>
            </a:r>
          </a:p>
          <a:p>
            <a:pPr marL="201168" lvl="1" indent="0">
              <a:buNone/>
            </a:pPr>
            <a:r>
              <a:rPr lang="fr-FR" dirty="0"/>
              <a:t>			un cycle pour </a:t>
            </a:r>
            <a:r>
              <a:rPr lang="fr-FR" dirty="0" err="1"/>
              <a:t>fixed_precision</a:t>
            </a:r>
            <a:endParaRPr lang="fr-FR" dirty="0"/>
          </a:p>
          <a:p>
            <a:pPr marL="201168" lvl="1" indent="0">
              <a:buNone/>
            </a:pPr>
            <a:r>
              <a:rPr lang="fr-FR" dirty="0"/>
              <a:t>			un cycle pour la constante réelle</a:t>
            </a:r>
          </a:p>
          <a:p>
            <a:pPr marL="201168" lvl="1" indent="0">
              <a:buNone/>
            </a:pPr>
            <a:r>
              <a:rPr lang="fr-FR" dirty="0"/>
              <a:t>			un cycle pour la constante imaginaire</a:t>
            </a:r>
          </a:p>
          <a:p>
            <a:pPr marL="201168" lvl="1" indent="0">
              <a:buNone/>
            </a:pPr>
            <a:r>
              <a:rPr lang="fr-FR" dirty="0"/>
              <a:t>			un cycle pour la valeur de départ réelle</a:t>
            </a:r>
          </a:p>
          <a:p>
            <a:pPr marL="201168" lvl="1" indent="0">
              <a:buNone/>
            </a:pPr>
            <a:r>
              <a:rPr lang="fr-FR" dirty="0"/>
              <a:t>			un cycle pour la valeur de départ imaginaire  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53564BA-0DBE-4A42-9F54-EBB350006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482DC-2269-4F26-9D2A-7E44B1A4CD8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994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C1D577E-7718-4E3F-AEFE-6361519E3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3.1.		L’accélération de </a:t>
            </a:r>
            <a:r>
              <a:rPr lang="fr-FR" err="1"/>
              <a:t>get_fractal_level</a:t>
            </a:r>
            <a:endParaRPr lang="fr-FR"/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FA3CCDD0-B6DB-4C7E-B06D-3B1EA68BB0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50407" y="1846263"/>
            <a:ext cx="7151511" cy="4022725"/>
          </a:xfrm>
        </p:spPr>
      </p:pic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DDBC75A1-AC92-439F-B897-A042D8A5F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482DC-2269-4F26-9D2A-7E44B1A4CD8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4057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14DA079-82F0-42B9-A797-D8662AF56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3.1.		L’accélération de </a:t>
            </a:r>
            <a:r>
              <a:rPr lang="fr-FR" err="1"/>
              <a:t>get_fractal_level</a:t>
            </a:r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9089E26-F0E4-48FF-9827-F81F43CA7B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  <a:p>
            <a:pPr marL="201168" lvl="1" indent="0">
              <a:buNone/>
            </a:pPr>
            <a:r>
              <a:rPr lang="fr-FR" dirty="0"/>
              <a:t>	- Pour finir, le code </a:t>
            </a:r>
            <a:r>
              <a:rPr lang="fr-FR" dirty="0" err="1"/>
              <a:t>asm</a:t>
            </a:r>
            <a:r>
              <a:rPr lang="fr-FR" dirty="0"/>
              <a:t> a été transformé en machine à état :</a:t>
            </a:r>
          </a:p>
          <a:p>
            <a:pPr marL="201168" lvl="1" indent="0">
              <a:buNone/>
            </a:pPr>
            <a:r>
              <a:rPr lang="fr-FR" dirty="0"/>
              <a:t>		* La première version (avec problème de timing) de la machine à état contenait :</a:t>
            </a:r>
          </a:p>
          <a:p>
            <a:pPr marL="201168" lvl="1" indent="0">
              <a:buNone/>
            </a:pPr>
            <a:r>
              <a:rPr lang="fr-FR" dirty="0"/>
              <a:t>			Les cinq états pour l’initialisation des variables,</a:t>
            </a:r>
          </a:p>
          <a:p>
            <a:pPr marL="201168" lvl="1" indent="0">
              <a:buNone/>
            </a:pPr>
            <a:r>
              <a:rPr lang="fr-FR" dirty="0"/>
              <a:t>			trois états pour la réalisation du programme </a:t>
            </a:r>
            <a:r>
              <a:rPr lang="fr-FR" dirty="0" err="1"/>
              <a:t>get_fractal_level</a:t>
            </a:r>
            <a:r>
              <a:rPr lang="fr-FR" dirty="0"/>
              <a:t>.</a:t>
            </a:r>
          </a:p>
          <a:p>
            <a:pPr marL="201168" lvl="1" indent="0">
              <a:buNone/>
            </a:pPr>
            <a:endParaRPr lang="fr-FR" dirty="0"/>
          </a:p>
          <a:p>
            <a:pPr marL="201168" lvl="1" indent="0">
              <a:buNone/>
            </a:pPr>
            <a:r>
              <a:rPr lang="fr-FR" dirty="0"/>
              <a:t>		* La deuxième version (fonctionnelle) de la machine à état comprenait :</a:t>
            </a:r>
          </a:p>
          <a:p>
            <a:pPr marL="201168" lvl="1" indent="0">
              <a:buNone/>
            </a:pPr>
            <a:r>
              <a:rPr lang="fr-FR" dirty="0"/>
              <a:t>			Les cinq états pour l’initialisation des variables ,</a:t>
            </a:r>
          </a:p>
          <a:p>
            <a:pPr marL="201168" lvl="1" indent="0">
              <a:buNone/>
            </a:pPr>
            <a:r>
              <a:rPr lang="fr-FR" dirty="0"/>
              <a:t>			quatre états pour la réalisation du programme </a:t>
            </a:r>
            <a:r>
              <a:rPr lang="fr-FR" dirty="0" err="1"/>
              <a:t>get_fractal_level</a:t>
            </a:r>
            <a:endParaRPr lang="fr-FR" dirty="0"/>
          </a:p>
          <a:p>
            <a:pPr marL="201168" lvl="1" indent="0">
              <a:buNone/>
            </a:pPr>
            <a:r>
              <a:rPr lang="fr-FR" dirty="0"/>
              <a:t>			</a:t>
            </a:r>
          </a:p>
          <a:p>
            <a:pPr marL="201168" lvl="1" indent="0">
              <a:buNone/>
            </a:pPr>
            <a:r>
              <a:rPr lang="fr-FR" dirty="0"/>
              <a:t>			</a:t>
            </a:r>
          </a:p>
          <a:p>
            <a:pPr marL="201168" lvl="1" indent="0">
              <a:buNone/>
            </a:pPr>
            <a:r>
              <a:rPr lang="fr-FR" dirty="0"/>
              <a:t>		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775CA9D-833E-4713-906C-464FFFB54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482DC-2269-4F26-9D2A-7E44B1A4CD8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4492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49A7247-9FEA-4FAD-BAA8-98243F1123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3.1.		L’accélération de </a:t>
            </a:r>
            <a:r>
              <a:rPr lang="fr-FR" err="1"/>
              <a:t>get_fractal_level</a:t>
            </a:r>
            <a:endParaRPr lang="fr-FR"/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D07BF15A-6AF4-4D81-8E75-D4CE8927AB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50407" y="1846263"/>
            <a:ext cx="7151511" cy="4022725"/>
          </a:xfrm>
        </p:spPr>
      </p:pic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D06A138-66DA-499A-B80E-5B5F9C0C1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482DC-2269-4F26-9D2A-7E44B1A4CD8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6277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7664F42-F837-4271-BD55-288CB4916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3.1.		L’accélération de </a:t>
            </a:r>
            <a:r>
              <a:rPr lang="fr-FR" err="1"/>
              <a:t>get_fractal_level</a:t>
            </a:r>
            <a:endParaRPr lang="fr-FR"/>
          </a:p>
        </p:txBody>
      </p:sp>
      <p:pic>
        <p:nvPicPr>
          <p:cNvPr id="4" name="Picture 15" descr="Diagram&#10;&#10;Description automatically generated">
            <a:extLst>
              <a:ext uri="{FF2B5EF4-FFF2-40B4-BE49-F238E27FC236}">
                <a16:creationId xmlns:a16="http://schemas.microsoft.com/office/drawing/2014/main" id="{6B12C3A9-BB1B-4125-8A01-9ABC15E3D93A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13748" y="1846263"/>
            <a:ext cx="3224829" cy="4022725"/>
          </a:xfrm>
          <a:prstGeom prst="rect">
            <a:avLst/>
          </a:prstGeom>
        </p:spPr>
      </p:pic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A32C78E-A735-4BE7-BDDE-0D8A12815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482DC-2269-4F26-9D2A-7E44B1A4CD8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686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C1D577E-7718-4E3F-AEFE-6361519E3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3.2.		L’accélération de set_pixel_ASM()</a:t>
            </a:r>
            <a:endParaRPr lang="fr-FR">
              <a:cs typeface="Calibri Light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14F7BED-12AD-49C7-A4D1-FD9397A32D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0" bIns="45720" rtlCol="0" anchor="t">
            <a:normAutofit lnSpcReduction="10000"/>
          </a:bodyPr>
          <a:lstStyle/>
          <a:p>
            <a:pPr marL="200660" lvl="1" indent="0">
              <a:buNone/>
            </a:pPr>
            <a:endParaRPr lang="fr-FR">
              <a:ea typeface="+mn-lt"/>
              <a:cs typeface="+mn-lt"/>
            </a:endParaRPr>
          </a:p>
          <a:p>
            <a:pPr marL="200660" lvl="1" indent="0">
              <a:buNone/>
            </a:pPr>
            <a:endParaRPr lang="fr-FR">
              <a:ea typeface="+mn-lt"/>
              <a:cs typeface="+mn-lt"/>
            </a:endParaRPr>
          </a:p>
          <a:p>
            <a:pPr marL="383540" lvl="1">
              <a:buNone/>
            </a:pPr>
            <a:r>
              <a:rPr lang="fr-FR">
                <a:ea typeface="+mn-lt"/>
                <a:cs typeface="+mn-lt"/>
              </a:rPr>
              <a:t>                   </a:t>
            </a:r>
            <a:r>
              <a:rPr lang="fr-FR" dirty="0">
                <a:ea typeface="+mn-lt"/>
                <a:cs typeface="+mn-lt"/>
              </a:rPr>
              <a:t> </a:t>
            </a:r>
            <a:r>
              <a:rPr lang="fr-FR" sz="1800" dirty="0" err="1">
                <a:ea typeface="+mn-lt"/>
                <a:cs typeface="+mn-lt"/>
              </a:rPr>
              <a:t>Set_pixel</a:t>
            </a:r>
            <a:r>
              <a:rPr lang="fr-FR" sz="1800" dirty="0">
                <a:ea typeface="+mn-lt"/>
                <a:cs typeface="+mn-lt"/>
              </a:rPr>
              <a:t>() : originalement faisant partie de la bibliothèque </a:t>
            </a:r>
            <a:r>
              <a:rPr lang="fr-FR" dirty="0">
                <a:ea typeface="+mn-lt"/>
                <a:cs typeface="+mn-lt"/>
              </a:rPr>
              <a:t>OpenGL </a:t>
            </a:r>
            <a:r>
              <a:rPr lang="fr-FR" sz="1800" dirty="0">
                <a:ea typeface="+mn-lt"/>
                <a:cs typeface="+mn-lt"/>
              </a:rPr>
              <a:t>sur Visual </a:t>
            </a:r>
            <a:r>
              <a:rPr lang="fr-FR" dirty="0">
                <a:ea typeface="+mn-lt"/>
                <a:cs typeface="+mn-lt"/>
              </a:rPr>
              <a:t>Studio</a:t>
            </a:r>
            <a:endParaRPr lang="es-MX" dirty="0">
              <a:ea typeface="+mn-lt"/>
              <a:cs typeface="+mn-lt"/>
            </a:endParaRPr>
          </a:p>
          <a:p>
            <a:pPr marL="383540" lvl="1">
              <a:buNone/>
            </a:pPr>
            <a:r>
              <a:rPr lang="fr-FR" sz="1800" dirty="0">
                <a:ea typeface="+mn-lt"/>
                <a:cs typeface="+mn-lt"/>
              </a:rPr>
              <a:t> </a:t>
            </a:r>
            <a:r>
              <a:rPr lang="fr-FR" dirty="0">
                <a:ea typeface="+mn-lt"/>
                <a:cs typeface="+mn-lt"/>
              </a:rPr>
              <a:t>         </a:t>
            </a:r>
            <a:endParaRPr lang="es-MX">
              <a:ea typeface="+mn-lt"/>
              <a:cs typeface="+mn-lt"/>
            </a:endParaRPr>
          </a:p>
          <a:p>
            <a:pPr marL="383540" lvl="1">
              <a:buNone/>
            </a:pPr>
            <a:r>
              <a:rPr lang="fr-FR" dirty="0">
                <a:ea typeface="+mn-lt"/>
                <a:cs typeface="+mn-lt"/>
              </a:rPr>
              <a:t>                  </a:t>
            </a:r>
            <a:r>
              <a:rPr lang="fr-FR" sz="1800" dirty="0">
                <a:ea typeface="+mn-lt"/>
                <a:cs typeface="+mn-lt"/>
              </a:rPr>
              <a:t>- Prendre X,</a:t>
            </a:r>
            <a:r>
              <a:rPr lang="fr-FR" dirty="0">
                <a:ea typeface="+mn-lt"/>
                <a:cs typeface="+mn-lt"/>
              </a:rPr>
              <a:t> </a:t>
            </a:r>
            <a:r>
              <a:rPr lang="fr-FR" sz="1800" dirty="0">
                <a:ea typeface="+mn-lt"/>
                <a:cs typeface="+mn-lt"/>
              </a:rPr>
              <a:t>Y, et </a:t>
            </a:r>
            <a:r>
              <a:rPr lang="fr-FR" dirty="0">
                <a:ea typeface="+mn-lt"/>
                <a:cs typeface="+mn-lt"/>
              </a:rPr>
              <a:t>calcule </a:t>
            </a:r>
            <a:r>
              <a:rPr lang="fr-FR" sz="1800" dirty="0">
                <a:ea typeface="+mn-lt"/>
                <a:cs typeface="+mn-lt"/>
              </a:rPr>
              <a:t>directement la multiplication x+640*y pour chaque pixel</a:t>
            </a:r>
            <a:endParaRPr lang="es-MX" dirty="0">
              <a:ea typeface="+mn-lt"/>
              <a:cs typeface="+mn-lt"/>
            </a:endParaRPr>
          </a:p>
          <a:p>
            <a:pPr marL="383540" lvl="1">
              <a:buNone/>
            </a:pPr>
            <a:endParaRPr lang="fr-FR" dirty="0">
              <a:ea typeface="+mn-lt"/>
              <a:cs typeface="+mn-lt"/>
            </a:endParaRPr>
          </a:p>
          <a:p>
            <a:pPr marL="383540" lvl="1">
              <a:buNone/>
            </a:pPr>
            <a:r>
              <a:rPr lang="fr-FR" sz="1800" dirty="0">
                <a:ea typeface="+mn-lt"/>
                <a:cs typeface="+mn-lt"/>
              </a:rPr>
              <a:t> </a:t>
            </a:r>
            <a:r>
              <a:rPr lang="fr-FR" dirty="0">
                <a:ea typeface="+mn-lt"/>
                <a:cs typeface="+mn-lt"/>
              </a:rPr>
              <a:t>                 </a:t>
            </a:r>
            <a:r>
              <a:rPr lang="fr-FR" sz="1800" dirty="0">
                <a:ea typeface="+mn-lt"/>
                <a:cs typeface="+mn-lt"/>
              </a:rPr>
              <a:t>- Calculer en utilisant des décalages</a:t>
            </a:r>
            <a:r>
              <a:rPr lang="fr-FR" dirty="0">
                <a:ea typeface="+mn-lt"/>
                <a:cs typeface="+mn-lt"/>
              </a:rPr>
              <a:t> à gauche</a:t>
            </a:r>
            <a:endParaRPr lang="es-MX" dirty="0">
              <a:cs typeface="Calibri" panose="020F0502020204030204"/>
            </a:endParaRPr>
          </a:p>
          <a:p>
            <a:pPr marL="383540" lvl="1">
              <a:buNone/>
            </a:pPr>
            <a:endParaRPr lang="fr-FR" dirty="0">
              <a:ea typeface="+mn-lt"/>
              <a:cs typeface="+mn-lt"/>
            </a:endParaRPr>
          </a:p>
          <a:p>
            <a:pPr marL="383540" lvl="1">
              <a:buNone/>
            </a:pPr>
            <a:r>
              <a:rPr lang="fr-FR" dirty="0">
                <a:ea typeface="+mn-lt"/>
                <a:cs typeface="+mn-lt"/>
              </a:rPr>
              <a:t>                   </a:t>
            </a:r>
            <a:r>
              <a:rPr lang="fr-FR" sz="1800" dirty="0">
                <a:ea typeface="+mn-lt"/>
                <a:cs typeface="+mn-lt"/>
              </a:rPr>
              <a:t>- X + 640 * Y = X + Y décale à gauche de 9 bits + Y décalé à gauche de 7 bits </a:t>
            </a:r>
            <a:endParaRPr lang="fr-FR" dirty="0">
              <a:ea typeface="+mn-lt"/>
              <a:cs typeface="+mn-lt"/>
            </a:endParaRPr>
          </a:p>
          <a:p>
            <a:pPr marL="200660" lvl="1" indent="0">
              <a:buNone/>
            </a:pPr>
            <a:endParaRPr lang="fr-FR" sz="1800" dirty="0">
              <a:cs typeface="Calibri" panose="020F0502020204030204"/>
            </a:endParaRPr>
          </a:p>
          <a:p>
            <a:pPr marL="1271270" lvl="7" indent="0">
              <a:buNone/>
            </a:pPr>
            <a:endParaRPr lang="fr-FR" sz="1800" dirty="0">
              <a:cs typeface="Calibri" panose="020F0502020204030204"/>
            </a:endParaRPr>
          </a:p>
          <a:p>
            <a:pPr marL="1271270" lvl="7" indent="0">
              <a:buNone/>
            </a:pPr>
            <a:r>
              <a:rPr lang="fr-FR" sz="1800" dirty="0">
                <a:cs typeface="Calibri" panose="020F0502020204030204"/>
              </a:rPr>
              <a:t>          </a:t>
            </a:r>
          </a:p>
          <a:p>
            <a:pPr marL="1271270" lvl="7" indent="0">
              <a:buNone/>
            </a:pPr>
            <a:r>
              <a:rPr lang="fr-FR" sz="1800" dirty="0">
                <a:cs typeface="Calibri" panose="020F0502020204030204"/>
              </a:rPr>
              <a:t>           </a:t>
            </a:r>
            <a:endParaRPr lang="fr-FR" dirty="0">
              <a:cs typeface="Calibri" panose="020F0502020204030204"/>
            </a:endParaRPr>
          </a:p>
          <a:p>
            <a:pPr marL="1699895" lvl="8"/>
            <a:endParaRPr lang="fr-FR" dirty="0">
              <a:cs typeface="Calibri" panose="020F0502020204030204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E0AB135-47CE-40FA-9690-B45FED59C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482DC-2269-4F26-9D2A-7E44B1A4CD8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8815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C1D577E-7718-4E3F-AEFE-6361519E3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3.2.		L’accélération de set_pixel_ASM()</a:t>
            </a:r>
            <a:endParaRPr lang="fr-FR">
              <a:cs typeface="Calibri Light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14F7BED-12AD-49C7-A4D1-FD9397A32D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756" y="1845734"/>
            <a:ext cx="10782924" cy="4023360"/>
          </a:xfrm>
        </p:spPr>
        <p:txBody>
          <a:bodyPr vert="horz" lIns="0" tIns="45720" rIns="0" bIns="45720" rtlCol="0" anchor="t">
            <a:normAutofit/>
          </a:bodyPr>
          <a:lstStyle/>
          <a:p>
            <a:pPr marL="383540" lvl="1"/>
            <a:endParaRPr lang="en-US" dirty="0">
              <a:ea typeface="+mn-lt"/>
              <a:cs typeface="+mn-lt"/>
            </a:endParaRPr>
          </a:p>
          <a:p>
            <a:pPr marL="1271270" lvl="7" indent="0">
              <a:buNone/>
            </a:pPr>
            <a:r>
              <a:rPr lang="fr-FR" sz="1800" dirty="0">
                <a:ea typeface="+mn-lt"/>
                <a:cs typeface="+mn-lt"/>
              </a:rPr>
              <a:t>Calculer l'adresse du pixel à </a:t>
            </a:r>
          </a:p>
          <a:p>
            <a:pPr marL="1271270" lvl="7" indent="0">
              <a:buNone/>
            </a:pPr>
            <a:r>
              <a:rPr lang="fr-FR" sz="1800" dirty="0">
                <a:ea typeface="+mn-lt"/>
                <a:cs typeface="+mn-lt"/>
              </a:rPr>
              <a:t> - Le code en c de la fonction se compose en deux suites d'instructions :</a:t>
            </a:r>
            <a:endParaRPr lang="en-US" sz="1800" dirty="0">
              <a:ea typeface="+mn-lt"/>
              <a:cs typeface="+mn-lt"/>
            </a:endParaRPr>
          </a:p>
          <a:p>
            <a:pPr marL="1271270" lvl="7" indent="0">
              <a:buNone/>
            </a:pPr>
            <a:r>
              <a:rPr lang="fr-FR" sz="1800" dirty="0">
                <a:cs typeface="Calibri" panose="020F0502020204030204"/>
              </a:rPr>
              <a:t>           1) L'utilisation de trois instructions :</a:t>
            </a:r>
          </a:p>
          <a:p>
            <a:pPr marL="1271270" lvl="7" indent="0">
              <a:buNone/>
            </a:pPr>
            <a:r>
              <a:rPr lang="fr-FR" sz="1800" dirty="0">
                <a:cs typeface="Calibri" panose="020F0502020204030204"/>
              </a:rPr>
              <a:t>                       N = 0: on passe l'adresse de l'écran courant et la couleur à dessiner et on garde </a:t>
            </a:r>
          </a:p>
          <a:p>
            <a:pPr marL="1271270" lvl="7" indent="0">
              <a:buNone/>
            </a:pPr>
            <a:r>
              <a:rPr lang="fr-FR" sz="1800" dirty="0">
                <a:cs typeface="Calibri" panose="020F0502020204030204"/>
              </a:rPr>
              <a:t>                                        en mémoire </a:t>
            </a:r>
          </a:p>
          <a:p>
            <a:pPr marL="1271270" lvl="7" indent="0">
              <a:buNone/>
            </a:pPr>
            <a:r>
              <a:rPr lang="fr-FR" sz="1800" dirty="0">
                <a:cs typeface="Calibri" panose="020F0502020204030204"/>
              </a:rPr>
              <a:t>                       N = 1: on passe X et Y et on garde</a:t>
            </a:r>
          </a:p>
          <a:p>
            <a:pPr marL="1271270" lvl="7" indent="0">
              <a:buNone/>
            </a:pPr>
            <a:r>
              <a:rPr lang="fr-FR" sz="1800" dirty="0">
                <a:cs typeface="Calibri" panose="020F0502020204030204"/>
              </a:rPr>
              <a:t>                       N = 2: on passe dx et </a:t>
            </a:r>
            <a:r>
              <a:rPr lang="fr-FR" sz="1800" dirty="0" err="1">
                <a:cs typeface="Calibri" panose="020F0502020204030204"/>
              </a:rPr>
              <a:t>dy</a:t>
            </a:r>
            <a:r>
              <a:rPr lang="fr-FR" sz="1800" dirty="0">
                <a:cs typeface="Calibri" panose="020F0502020204030204"/>
              </a:rPr>
              <a:t> et on garde, ensuite on dessine 8 pixels de suite</a:t>
            </a:r>
          </a:p>
          <a:p>
            <a:pPr marL="1271270" lvl="7" indent="0">
              <a:buNone/>
            </a:pPr>
            <a:r>
              <a:rPr lang="fr-FR" sz="1800" dirty="0">
                <a:cs typeface="Calibri" panose="020F0502020204030204"/>
              </a:rPr>
              <a:t>           2) L'utilisation de deux instructions:</a:t>
            </a:r>
          </a:p>
          <a:p>
            <a:pPr marL="1271270" lvl="7" indent="0">
              <a:buNone/>
            </a:pPr>
            <a:r>
              <a:rPr lang="fr-FR" sz="1800" dirty="0">
                <a:cs typeface="Calibri" panose="020F0502020204030204"/>
              </a:rPr>
              <a:t>                       </a:t>
            </a:r>
            <a:r>
              <a:rPr lang="fr-FR" sz="1800" dirty="0">
                <a:ea typeface="+mn-lt"/>
                <a:cs typeface="+mn-lt"/>
              </a:rPr>
              <a:t>N = 0: on passe l'adresse de l'écran courant et la couleur à dessiner et on garde </a:t>
            </a:r>
            <a:endParaRPr lang="en-US" sz="1800" dirty="0">
              <a:ea typeface="+mn-lt"/>
              <a:cs typeface="+mn-lt"/>
            </a:endParaRPr>
          </a:p>
          <a:p>
            <a:pPr marL="1271270" lvl="7" indent="0">
              <a:buNone/>
            </a:pPr>
            <a:r>
              <a:rPr lang="fr-FR" sz="1800" dirty="0">
                <a:ea typeface="+mn-lt"/>
                <a:cs typeface="+mn-lt"/>
              </a:rPr>
              <a:t>                                        en mémoire </a:t>
            </a:r>
            <a:endParaRPr lang="fr-FR" dirty="0">
              <a:ea typeface="+mn-lt"/>
              <a:cs typeface="+mn-lt"/>
            </a:endParaRPr>
          </a:p>
          <a:p>
            <a:pPr marL="1271270" lvl="7" indent="0">
              <a:buNone/>
            </a:pPr>
            <a:r>
              <a:rPr lang="fr-FR" sz="1800" dirty="0">
                <a:cs typeface="Calibri" panose="020F0502020204030204"/>
              </a:rPr>
              <a:t>                       N = 10: on passe X et Y et on dessine un seul pixel            </a:t>
            </a:r>
            <a:endParaRPr lang="fr-FR" dirty="0"/>
          </a:p>
          <a:p>
            <a:pPr marL="1699895" lvl="8"/>
            <a:endParaRPr lang="fr-FR" dirty="0">
              <a:cs typeface="Calibri" panose="020F0502020204030204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4B7DA78-0A2F-424E-9F37-6927A0E87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482DC-2269-4F26-9D2A-7E44B1A4CD8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431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C1D577E-7718-4E3F-AEFE-6361519E3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3.2.		L’accélération de set_pixel_ASM()</a:t>
            </a:r>
            <a:endParaRPr lang="fr-FR">
              <a:cs typeface="Calibri Light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14F7BED-12AD-49C7-A4D1-FD9397A32D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0" bIns="45720" rtlCol="0" anchor="t">
            <a:normAutofit/>
          </a:bodyPr>
          <a:lstStyle/>
          <a:p>
            <a:pPr marL="383540" lvl="1"/>
            <a:endParaRPr lang="en-US">
              <a:ea typeface="+mn-lt"/>
              <a:cs typeface="+mn-lt"/>
            </a:endParaRPr>
          </a:p>
          <a:p>
            <a:pPr marL="1271270" lvl="7" indent="0">
              <a:buNone/>
            </a:pPr>
            <a:endParaRPr lang="fr-FR" sz="1800">
              <a:cs typeface="Calibri" panose="020F0502020204030204"/>
            </a:endParaRPr>
          </a:p>
          <a:p>
            <a:pPr marL="1271270" lvl="7" indent="0">
              <a:buNone/>
            </a:pPr>
            <a:endParaRPr lang="fr-FR" sz="1800">
              <a:cs typeface="Calibri" panose="020F0502020204030204"/>
            </a:endParaRPr>
          </a:p>
          <a:p>
            <a:pPr marL="1271270" lvl="7" indent="0">
              <a:buNone/>
            </a:pPr>
            <a:r>
              <a:rPr lang="fr-FR" sz="1800">
                <a:cs typeface="Calibri" panose="020F0502020204030204"/>
              </a:rPr>
              <a:t>                         </a:t>
            </a:r>
            <a:endParaRPr lang="fr-FR"/>
          </a:p>
          <a:p>
            <a:pPr marL="1699895" lvl="8"/>
            <a:endParaRPr lang="fr-FR">
              <a:cs typeface="Calibri" panose="020F0502020204030204"/>
            </a:endParaRPr>
          </a:p>
        </p:txBody>
      </p:sp>
      <p:pic>
        <p:nvPicPr>
          <p:cNvPr id="4" name="Imagen 4">
            <a:extLst>
              <a:ext uri="{FF2B5EF4-FFF2-40B4-BE49-F238E27FC236}">
                <a16:creationId xmlns:a16="http://schemas.microsoft.com/office/drawing/2014/main" id="{353391A5-A033-4DC7-BB29-B70E4D6557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0966" y="1946509"/>
            <a:ext cx="6280029" cy="2634299"/>
          </a:xfrm>
          <a:prstGeom prst="rect">
            <a:avLst/>
          </a:prstGeom>
        </p:spPr>
      </p:pic>
      <p:pic>
        <p:nvPicPr>
          <p:cNvPr id="5" name="Imagen 5">
            <a:extLst>
              <a:ext uri="{FF2B5EF4-FFF2-40B4-BE49-F238E27FC236}">
                <a16:creationId xmlns:a16="http://schemas.microsoft.com/office/drawing/2014/main" id="{584E039E-8282-4A81-8972-B487D313E8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0966" y="4698842"/>
            <a:ext cx="6581954" cy="1184051"/>
          </a:xfrm>
          <a:prstGeom prst="rect">
            <a:avLst/>
          </a:prstGeom>
        </p:spPr>
      </p:pic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63013DD-24FA-48C1-9758-5FA27808F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482DC-2269-4F26-9D2A-7E44B1A4CD8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6018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C1D577E-7718-4E3F-AEFE-6361519E3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3.2. Schéma de </a:t>
            </a:r>
            <a:r>
              <a:rPr lang="fr-FR" err="1"/>
              <a:t>set_pixel_ASM</a:t>
            </a:r>
            <a:r>
              <a:rPr lang="fr-FR"/>
              <a:t>()</a:t>
            </a:r>
            <a:endParaRPr lang="fr-FR">
              <a:cs typeface="Calibri Light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14F7BED-12AD-49C7-A4D1-FD9397A32D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0" bIns="45720" rtlCol="0" anchor="t">
            <a:normAutofit/>
          </a:bodyPr>
          <a:lstStyle/>
          <a:p>
            <a:pPr marL="383540" lvl="1"/>
            <a:endParaRPr lang="en-US">
              <a:ea typeface="+mn-lt"/>
              <a:cs typeface="+mn-lt"/>
            </a:endParaRPr>
          </a:p>
          <a:p>
            <a:pPr marL="1271270" lvl="7" indent="0">
              <a:buNone/>
            </a:pPr>
            <a:endParaRPr lang="fr-FR" sz="1800">
              <a:cs typeface="Calibri" panose="020F0502020204030204"/>
            </a:endParaRPr>
          </a:p>
          <a:p>
            <a:pPr marL="1271270" lvl="7" indent="0">
              <a:buNone/>
            </a:pPr>
            <a:endParaRPr lang="fr-FR" sz="1800">
              <a:cs typeface="Calibri" panose="020F0502020204030204"/>
            </a:endParaRPr>
          </a:p>
          <a:p>
            <a:pPr marL="1271270" lvl="7" indent="0">
              <a:buNone/>
            </a:pPr>
            <a:r>
              <a:rPr lang="fr-FR" sz="1800">
                <a:cs typeface="Calibri" panose="020F0502020204030204"/>
              </a:rPr>
              <a:t>                         </a:t>
            </a:r>
            <a:endParaRPr lang="fr-FR"/>
          </a:p>
          <a:p>
            <a:pPr marL="1699895" lvl="8"/>
            <a:endParaRPr lang="fr-FR">
              <a:cs typeface="Calibri" panose="020F0502020204030204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DCC46028-E3A3-436E-81F3-061F7BA23654}"/>
              </a:ext>
            </a:extLst>
          </p:cNvPr>
          <p:cNvSpPr txBox="1"/>
          <p:nvPr/>
        </p:nvSpPr>
        <p:spPr>
          <a:xfrm>
            <a:off x="1826302" y="2038663"/>
            <a:ext cx="522906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s-MX">
              <a:cs typeface="Calibri"/>
            </a:endParaRP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BB51324-F8F2-48CC-B2A5-A220780DD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482DC-2269-4F26-9D2A-7E44B1A4CD85}" type="slidenum">
              <a:rPr lang="en-US" smtClean="0"/>
              <a:t>17</a:t>
            </a:fld>
            <a:endParaRPr lang="en-US"/>
          </a:p>
        </p:txBody>
      </p:sp>
      <p:pic>
        <p:nvPicPr>
          <p:cNvPr id="7" name="Imagen 7">
            <a:extLst>
              <a:ext uri="{FF2B5EF4-FFF2-40B4-BE49-F238E27FC236}">
                <a16:creationId xmlns:a16="http://schemas.microsoft.com/office/drawing/2014/main" id="{7C3AC8F8-B8A7-4347-AD3C-44D2C390BD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1351" y="1880594"/>
            <a:ext cx="7489142" cy="4275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63123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C1D577E-7718-4E3F-AEFE-6361519E3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5. Accélération totales</a:t>
            </a:r>
            <a:endParaRPr lang="fr-FR">
              <a:cs typeface="Calibri Light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14F7BED-12AD-49C7-A4D1-FD9397A32D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0" bIns="45720" rtlCol="0" anchor="t">
            <a:normAutofit/>
          </a:bodyPr>
          <a:lstStyle/>
          <a:p>
            <a:pPr marL="200660" lvl="1" indent="0">
              <a:buNone/>
            </a:pPr>
            <a:endParaRPr lang="fr-CA" dirty="0">
              <a:cs typeface="Calibri" panose="020F0502020204030204"/>
            </a:endParaRPr>
          </a:p>
          <a:p>
            <a:pPr marL="200660" lvl="1" indent="0">
              <a:buNone/>
            </a:pPr>
            <a:r>
              <a:rPr lang="fr-CA" dirty="0">
                <a:cs typeface="Calibri" panose="020F0502020204030204"/>
              </a:rPr>
              <a:t>        </a:t>
            </a:r>
            <a:r>
              <a:rPr lang="fr-CA" sz="1800" dirty="0">
                <a:cs typeface="Calibri" panose="020F0502020204030204"/>
              </a:rPr>
              <a:t>Une fois qu’on a intégré les deux </a:t>
            </a:r>
            <a:r>
              <a:rPr lang="fr-CA" dirty="0">
                <a:cs typeface="Calibri" panose="020F0502020204030204"/>
              </a:rPr>
              <a:t>machines </a:t>
            </a:r>
            <a:r>
              <a:rPr lang="fr-CA" sz="1800" dirty="0">
                <a:cs typeface="Calibri" panose="020F0502020204030204"/>
              </a:rPr>
              <a:t>à états en matériel, </a:t>
            </a:r>
            <a:r>
              <a:rPr lang="fr-CA" dirty="0">
                <a:cs typeface="Calibri" panose="020F0502020204030204"/>
              </a:rPr>
              <a:t>on fait une comparaison des performances avant et après (sans optimisation):</a:t>
            </a:r>
          </a:p>
          <a:p>
            <a:pPr marL="200660" lvl="1" indent="0">
              <a:buNone/>
            </a:pPr>
            <a:endParaRPr lang="fr-CA" dirty="0">
              <a:cs typeface="Calibri" panose="020F0502020204030204"/>
            </a:endParaRPr>
          </a:p>
          <a:p>
            <a:pPr marL="200660" lvl="1" indent="0">
              <a:buNone/>
            </a:pPr>
            <a:endParaRPr lang="fr-CA" dirty="0">
              <a:cs typeface="Calibri" panose="020F0502020204030204"/>
            </a:endParaRPr>
          </a:p>
          <a:p>
            <a:pPr marL="200660" lvl="1" indent="0">
              <a:buNone/>
            </a:pPr>
            <a:endParaRPr lang="fr-CA" sz="1800" dirty="0">
              <a:cs typeface="Calibri" panose="020F0502020204030204"/>
            </a:endParaRPr>
          </a:p>
          <a:p>
            <a:pPr marL="1271270" lvl="7" indent="0">
              <a:buNone/>
            </a:pPr>
            <a:endParaRPr lang="fr-FR" sz="1800" dirty="0">
              <a:cs typeface="Calibri" panose="020F0502020204030204"/>
            </a:endParaRPr>
          </a:p>
          <a:p>
            <a:pPr marL="1271270" lvl="7" indent="0">
              <a:buNone/>
            </a:pPr>
            <a:r>
              <a:rPr lang="fr-FR" sz="1800" dirty="0">
                <a:cs typeface="Calibri" panose="020F0502020204030204"/>
              </a:rPr>
              <a:t>                         </a:t>
            </a:r>
            <a:endParaRPr lang="fr-FR" dirty="0"/>
          </a:p>
          <a:p>
            <a:pPr marL="1699895" lvl="8"/>
            <a:endParaRPr lang="fr-FR" dirty="0">
              <a:cs typeface="Calibri" panose="020F0502020204030204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66CEE0D-7A15-4AB5-A417-6B31F880D123}"/>
              </a:ext>
            </a:extLst>
          </p:cNvPr>
          <p:cNvSpPr txBox="1"/>
          <p:nvPr/>
        </p:nvSpPr>
        <p:spPr>
          <a:xfrm rot="-10800000" flipV="1">
            <a:off x="8464916" y="3448102"/>
            <a:ext cx="3155427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CA" dirty="0"/>
              <a:t>Vitesse mesurée en comptant les fonctions </a:t>
            </a:r>
            <a:r>
              <a:rPr lang="fr-CA" dirty="0" err="1"/>
              <a:t>update_position</a:t>
            </a:r>
            <a:r>
              <a:rPr lang="fr-CA" dirty="0"/>
              <a:t>(), </a:t>
            </a:r>
            <a:r>
              <a:rPr lang="fr-CA" dirty="0" err="1"/>
              <a:t>draw_fractal</a:t>
            </a:r>
            <a:r>
              <a:rPr lang="fr-CA" dirty="0"/>
              <a:t>() et </a:t>
            </a:r>
            <a:r>
              <a:rPr lang="fr-CA" dirty="0" err="1"/>
              <a:t>draw_ball</a:t>
            </a:r>
            <a:r>
              <a:rPr lang="fr-CA" dirty="0"/>
              <a:t>() de 1.64 seconde par frame. </a:t>
            </a:r>
            <a:endParaRPr lang="fr-CA" dirty="0">
              <a:cs typeface="Calibri"/>
            </a:endParaRPr>
          </a:p>
        </p:txBody>
      </p:sp>
      <p:pic>
        <p:nvPicPr>
          <p:cNvPr id="5" name="Imagen 6">
            <a:extLst>
              <a:ext uri="{FF2B5EF4-FFF2-40B4-BE49-F238E27FC236}">
                <a16:creationId xmlns:a16="http://schemas.microsoft.com/office/drawing/2014/main" id="{5278FBF0-0FFF-4157-96F2-EC63493529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6695" y="3031295"/>
            <a:ext cx="6553199" cy="2419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9950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C1D577E-7718-4E3F-AEFE-6361519E3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4. Proposition de travaux subséquents</a:t>
            </a:r>
            <a:endParaRPr lang="fr-FR">
              <a:cs typeface="Calibri Light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14F7BED-12AD-49C7-A4D1-FD9397A32D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9633679" cy="4023360"/>
          </a:xfrm>
        </p:spPr>
        <p:txBody>
          <a:bodyPr vert="horz" lIns="0" tIns="45720" rIns="0" bIns="45720" rtlCol="0" anchor="t">
            <a:normAutofit/>
          </a:bodyPr>
          <a:lstStyle/>
          <a:p>
            <a:pPr marL="200660" lvl="1" indent="0">
              <a:buNone/>
            </a:pPr>
            <a:endParaRPr lang="fr-CA" dirty="0">
              <a:cs typeface="Calibri" panose="020F0502020204030204"/>
            </a:endParaRPr>
          </a:p>
          <a:p>
            <a:pPr marL="0" indent="0">
              <a:buNone/>
            </a:pPr>
            <a:r>
              <a:rPr lang="fr-CA" dirty="0">
                <a:cs typeface="Calibri" panose="020F0502020204030204"/>
              </a:rPr>
              <a:t>       </a:t>
            </a:r>
            <a:r>
              <a:rPr lang="fr-CA" dirty="0">
                <a:ea typeface="+mn-lt"/>
                <a:cs typeface="+mn-lt"/>
              </a:rPr>
              <a:t>     1)  L'opération _muldi3 utilisé par </a:t>
            </a:r>
            <a:r>
              <a:rPr lang="fr-CA" dirty="0" err="1">
                <a:ea typeface="+mn-lt"/>
                <a:cs typeface="+mn-lt"/>
              </a:rPr>
              <a:t>draw_fractal</a:t>
            </a:r>
            <a:r>
              <a:rPr lang="fr-CA" dirty="0">
                <a:ea typeface="+mn-lt"/>
                <a:cs typeface="+mn-lt"/>
              </a:rPr>
              <a:t>() demande 2.07 secondes ou 17.53                          pour cent des ressources. Créer une nouvelle instruction spécialisée pour calculer                      des multiplications en point fixe.</a:t>
            </a:r>
            <a:endParaRPr lang="fr-CA" dirty="0">
              <a:cs typeface="Calibri" panose="020F0502020204030204"/>
            </a:endParaRPr>
          </a:p>
          <a:p>
            <a:pPr marL="383540" lvl="1">
              <a:buNone/>
            </a:pPr>
            <a:r>
              <a:rPr lang="fr-CA" sz="2000" dirty="0">
                <a:ea typeface="+mn-lt"/>
                <a:cs typeface="+mn-lt"/>
              </a:rPr>
              <a:t>            </a:t>
            </a:r>
            <a:endParaRPr lang="fr-CA" sz="2000" dirty="0">
              <a:cs typeface="Calibri" panose="020F0502020204030204"/>
            </a:endParaRPr>
          </a:p>
          <a:p>
            <a:pPr marL="383540" lvl="1">
              <a:buNone/>
            </a:pPr>
            <a:r>
              <a:rPr lang="fr-CA" sz="2000" dirty="0">
                <a:ea typeface="+mn-lt"/>
                <a:cs typeface="+mn-lt"/>
              </a:rPr>
              <a:t>        2) L'application supporte jusqu'à 30 bits de précision qu'on aimerait étendre jusqu'à               46  bits de précision. </a:t>
            </a:r>
            <a:endParaRPr lang="fr-CA" sz="2000" dirty="0">
              <a:cs typeface="Calibri" panose="020F0502020204030204"/>
            </a:endParaRPr>
          </a:p>
          <a:p>
            <a:pPr marL="200660" lvl="1" indent="0">
              <a:buNone/>
            </a:pPr>
            <a:endParaRPr lang="fr-CA" sz="1800" dirty="0">
              <a:cs typeface="Calibri" panose="020F0502020204030204"/>
            </a:endParaRPr>
          </a:p>
          <a:p>
            <a:pPr marL="1271270" lvl="7" indent="0">
              <a:buNone/>
            </a:pPr>
            <a:r>
              <a:rPr lang="fr-FR" sz="1800" dirty="0">
                <a:cs typeface="Calibri" panose="020F0502020204030204"/>
              </a:rPr>
              <a:t>                         </a:t>
            </a:r>
            <a:endParaRPr lang="fr-FR" dirty="0"/>
          </a:p>
          <a:p>
            <a:pPr marL="1699895" lvl="8"/>
            <a:endParaRPr lang="fr-FR" dirty="0"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41846540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C1D577E-7718-4E3F-AEFE-6361519E3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5. Conclusion</a:t>
            </a:r>
            <a:endParaRPr lang="fr-FR">
              <a:cs typeface="Calibri Light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14F7BED-12AD-49C7-A4D1-FD9397A32D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0" bIns="45720" rtlCol="0" anchor="t">
            <a:normAutofit/>
          </a:bodyPr>
          <a:lstStyle/>
          <a:p>
            <a:pPr marL="200660" lvl="1" indent="0">
              <a:buNone/>
            </a:pPr>
            <a:endParaRPr lang="fr-CA" dirty="0">
              <a:cs typeface="Calibri" panose="020F0502020204030204"/>
            </a:endParaRPr>
          </a:p>
          <a:p>
            <a:pPr marL="200660" lvl="1" indent="0">
              <a:buNone/>
            </a:pPr>
            <a:r>
              <a:rPr lang="fr-CA" dirty="0">
                <a:cs typeface="Calibri" panose="020F0502020204030204"/>
              </a:rPr>
              <a:t>        </a:t>
            </a:r>
            <a:endParaRPr lang="en-US" dirty="0">
              <a:cs typeface="Calibri" panose="020F0502020204030204"/>
            </a:endParaRPr>
          </a:p>
          <a:p>
            <a:pPr marL="200660" lvl="1" indent="0">
              <a:buNone/>
            </a:pPr>
            <a:r>
              <a:rPr lang="fr-CA" dirty="0">
                <a:cs typeface="Calibri" panose="020F0502020204030204"/>
              </a:rPr>
              <a:t>         On a travaillé sur une application calculant et dessinant une fractale().</a:t>
            </a:r>
          </a:p>
          <a:p>
            <a:pPr marL="200660" lvl="1" indent="0">
              <a:buNone/>
            </a:pPr>
            <a:endParaRPr lang="fr-CA" dirty="0">
              <a:cs typeface="Calibri" panose="020F0502020204030204"/>
            </a:endParaRPr>
          </a:p>
          <a:p>
            <a:pPr marL="200660" lvl="1" indent="0">
              <a:buNone/>
            </a:pPr>
            <a:r>
              <a:rPr lang="fr-CA" dirty="0">
                <a:cs typeface="Calibri" panose="020F0502020204030204"/>
              </a:rPr>
              <a:t>         1) On a utilisé les optimisations dans le code logiciel.</a:t>
            </a:r>
          </a:p>
          <a:p>
            <a:pPr marL="200660" lvl="1" indent="0">
              <a:buNone/>
            </a:pPr>
            <a:endParaRPr lang="fr-CA" dirty="0">
              <a:cs typeface="Calibri" panose="020F0502020204030204"/>
            </a:endParaRPr>
          </a:p>
          <a:p>
            <a:pPr marL="200660" lvl="1" indent="0">
              <a:buNone/>
            </a:pPr>
            <a:r>
              <a:rPr lang="fr-CA" dirty="0">
                <a:cs typeface="Calibri" panose="020F0502020204030204"/>
              </a:rPr>
              <a:t>         2) On a créé des machines à états dans un premier temps pour ensuite les implémenter en matériel.</a:t>
            </a:r>
          </a:p>
          <a:p>
            <a:pPr marL="200660" lvl="1" indent="0">
              <a:buNone/>
            </a:pPr>
            <a:endParaRPr lang="fr-CA" dirty="0">
              <a:cs typeface="Calibri" panose="020F0502020204030204"/>
            </a:endParaRPr>
          </a:p>
          <a:p>
            <a:pPr marL="200660" lvl="1" indent="0">
              <a:buNone/>
            </a:pPr>
            <a:r>
              <a:rPr lang="fr-CA" dirty="0">
                <a:cs typeface="Calibri" panose="020F0502020204030204"/>
              </a:rPr>
              <a:t>         3) On a mesuré la vitesse en frames par seconde où on a obtenu 0.62 frames par seconde.</a:t>
            </a:r>
            <a:endParaRPr lang="fr-CA" dirty="0"/>
          </a:p>
          <a:p>
            <a:pPr marL="200660" lvl="1" indent="0">
              <a:buNone/>
            </a:pPr>
            <a:r>
              <a:rPr lang="fr-CA" dirty="0">
                <a:cs typeface="Calibri" panose="020F0502020204030204"/>
              </a:rPr>
              <a:t>  </a:t>
            </a:r>
          </a:p>
          <a:p>
            <a:pPr marL="200660" lvl="1" indent="0">
              <a:buNone/>
            </a:pPr>
            <a:r>
              <a:rPr lang="fr-CA" dirty="0">
                <a:cs typeface="Calibri" panose="020F0502020204030204"/>
              </a:rPr>
              <a:t>         </a:t>
            </a:r>
          </a:p>
          <a:p>
            <a:pPr marL="1271270" lvl="7" indent="0">
              <a:buNone/>
            </a:pPr>
            <a:r>
              <a:rPr lang="fr-FR" sz="1800" dirty="0">
                <a:cs typeface="Calibri" panose="020F0502020204030204"/>
              </a:rPr>
              <a:t>                         </a:t>
            </a:r>
            <a:endParaRPr lang="fr-FR" dirty="0"/>
          </a:p>
          <a:p>
            <a:pPr marL="1699895" lvl="8"/>
            <a:endParaRPr lang="fr-FR" dirty="0"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1109538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C1D577E-7718-4E3F-AEFE-6361519E3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>
                <a:ea typeface="+mj-lt"/>
                <a:cs typeface="+mj-lt"/>
              </a:rPr>
              <a:t> 6. Fin de la présentation</a:t>
            </a:r>
            <a:endParaRPr lang="es-MX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14F7BED-12AD-49C7-A4D1-FD9397A32D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0" bIns="45720" rtlCol="0" anchor="t">
            <a:normAutofit/>
          </a:bodyPr>
          <a:lstStyle/>
          <a:p>
            <a:pPr marL="200660" lvl="1" indent="0">
              <a:buNone/>
            </a:pPr>
            <a:endParaRPr lang="fr-CA" dirty="0">
              <a:cs typeface="Calibri" panose="020F0502020204030204"/>
            </a:endParaRPr>
          </a:p>
          <a:p>
            <a:pPr marL="200660" lvl="1" indent="0">
              <a:buNone/>
            </a:pPr>
            <a:r>
              <a:rPr lang="fr-CA" dirty="0">
                <a:cs typeface="Calibri" panose="020F0502020204030204"/>
              </a:rPr>
              <a:t>        </a:t>
            </a:r>
            <a:endParaRPr lang="en-US" dirty="0">
              <a:cs typeface="Calibri" panose="020F0502020204030204"/>
            </a:endParaRPr>
          </a:p>
          <a:p>
            <a:pPr marL="200660" lvl="1" indent="0">
              <a:buNone/>
            </a:pPr>
            <a:r>
              <a:rPr lang="fr-CA">
                <a:cs typeface="Calibri"/>
              </a:rPr>
              <a:t>                                                                 </a:t>
            </a:r>
            <a:endParaRPr lang="fr-CA" sz="2400">
              <a:cs typeface="Calibri"/>
            </a:endParaRPr>
          </a:p>
          <a:p>
            <a:pPr marL="200660" lvl="1" indent="0">
              <a:buNone/>
            </a:pPr>
            <a:endParaRPr lang="fr-CA" dirty="0">
              <a:cs typeface="Calibri" panose="020F0502020204030204"/>
            </a:endParaRPr>
          </a:p>
          <a:p>
            <a:pPr marL="200660" lvl="1" indent="0">
              <a:buNone/>
            </a:pPr>
            <a:endParaRPr lang="fr-CA" dirty="0">
              <a:cs typeface="Calibri" panose="020F0502020204030204"/>
            </a:endParaRPr>
          </a:p>
          <a:p>
            <a:pPr marL="200660" lvl="1" indent="0">
              <a:buNone/>
            </a:pPr>
            <a:r>
              <a:rPr lang="fr-CA" dirty="0">
                <a:cs typeface="Calibri" panose="020F0502020204030204"/>
              </a:rPr>
              <a:t>              </a:t>
            </a:r>
            <a:r>
              <a:rPr lang="fr-CA" sz="2400" dirty="0">
                <a:cs typeface="Calibri" panose="020F0502020204030204"/>
              </a:rPr>
              <a:t>                                                      </a:t>
            </a:r>
            <a:r>
              <a:rPr lang="fr-CA" sz="2400">
                <a:cs typeface="Calibri" panose="020F0502020204030204"/>
              </a:rPr>
              <a:t>Merci</a:t>
            </a:r>
            <a:endParaRPr lang="fr-CA" sz="2400" dirty="0">
              <a:cs typeface="Calibri" panose="020F0502020204030204"/>
            </a:endParaRPr>
          </a:p>
          <a:p>
            <a:pPr marL="200660" lvl="1" indent="0">
              <a:buNone/>
            </a:pPr>
            <a:r>
              <a:rPr lang="fr-CA" dirty="0">
                <a:cs typeface="Calibri" panose="020F0502020204030204"/>
              </a:rPr>
              <a:t>  </a:t>
            </a:r>
          </a:p>
          <a:p>
            <a:pPr marL="200660" lvl="1" indent="0">
              <a:buNone/>
            </a:pPr>
            <a:r>
              <a:rPr lang="fr-CA" dirty="0">
                <a:cs typeface="Calibri" panose="020F0502020204030204"/>
              </a:rPr>
              <a:t>         </a:t>
            </a:r>
          </a:p>
          <a:p>
            <a:pPr marL="1271270" lvl="7" indent="0">
              <a:buNone/>
            </a:pPr>
            <a:r>
              <a:rPr lang="fr-FR" sz="1800" dirty="0">
                <a:cs typeface="Calibri" panose="020F0502020204030204"/>
              </a:rPr>
              <a:t>                         </a:t>
            </a:r>
            <a:endParaRPr lang="fr-FR" dirty="0"/>
          </a:p>
          <a:p>
            <a:pPr marL="1699895" lvl="8"/>
            <a:endParaRPr lang="fr-FR" dirty="0"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9286935"/>
      </p:ext>
    </p:extLst>
  </p:cSld>
  <p:clrMapOvr>
    <a:masterClrMapping/>
  </p:clrMapOvr>
</p:sld>
</file>

<file path=ppt/theme/theme1.xml><?xml version="1.0" encoding="utf-8"?>
<a:theme xmlns:a="http://schemas.openxmlformats.org/drawingml/2006/main" name="Rétrospective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25</TotalTime>
  <Words>1934</Words>
  <Application>Microsoft Office PowerPoint</Application>
  <PresentationFormat>Grand écran</PresentationFormat>
  <Paragraphs>168</Paragraphs>
  <Slides>21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21</vt:i4>
      </vt:variant>
    </vt:vector>
  </HeadingPairs>
  <TitlesOfParts>
    <vt:vector size="24" baseType="lpstr">
      <vt:lpstr>Calibri</vt:lpstr>
      <vt:lpstr>Calibri Light</vt:lpstr>
      <vt:lpstr>Rétrospective</vt:lpstr>
      <vt:lpstr>ELE8307 : Présentation</vt:lpstr>
      <vt:lpstr>1. L’application</vt:lpstr>
      <vt:lpstr>1. L’application</vt:lpstr>
      <vt:lpstr>2. La version Eclipse</vt:lpstr>
      <vt:lpstr>2. La version Ecliplse</vt:lpstr>
      <vt:lpstr>3. L’accélération</vt:lpstr>
      <vt:lpstr>3.1.  L’accélération de get_fractal_level</vt:lpstr>
      <vt:lpstr>3.1.  L’accélération de get_fractal_level</vt:lpstr>
      <vt:lpstr>3.1.  L’accélération de get_fractal_level</vt:lpstr>
      <vt:lpstr>3.1.  L’accélération de get_fractal_level</vt:lpstr>
      <vt:lpstr>3.1.  L’accélération de get_fractal_level</vt:lpstr>
      <vt:lpstr>3.1.  L’accélération de get_fractal_level</vt:lpstr>
      <vt:lpstr>3.1.  L’accélération de get_fractal_level</vt:lpstr>
      <vt:lpstr>3.2.  L’accélération de set_pixel_ASM()</vt:lpstr>
      <vt:lpstr>3.2.  L’accélération de set_pixel_ASM()</vt:lpstr>
      <vt:lpstr>3.2.  L’accélération de set_pixel_ASM()</vt:lpstr>
      <vt:lpstr>3.2. Schéma de set_pixel_ASM()</vt:lpstr>
      <vt:lpstr>5. Accélération totales</vt:lpstr>
      <vt:lpstr>4. Proposition de travaux subséquents</vt:lpstr>
      <vt:lpstr>5. Conclusion</vt:lpstr>
      <vt:lpstr> 6. Fin de la présentation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Projet</dc:title>
  <dc:creator>Sékou KONE</dc:creator>
  <cp:lastModifiedBy>Sékou KONE</cp:lastModifiedBy>
  <cp:revision>1</cp:revision>
  <dcterms:created xsi:type="dcterms:W3CDTF">2021-04-18T19:30:41Z</dcterms:created>
  <dcterms:modified xsi:type="dcterms:W3CDTF">2021-04-22T13:48:10Z</dcterms:modified>
</cp:coreProperties>
</file>